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6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27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28.xml" ContentType="application/vnd.openxmlformats-officedocument.presentationml.notesSlide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notesSlides/notesSlide29.xml" ContentType="application/vnd.openxmlformats-officedocument.presentationml.notesSlide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notesSlides/notesSlide30.xml" ContentType="application/vnd.openxmlformats-officedocument.presentationml.notesSlide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31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notesSlides/notesSlide32.xml" ContentType="application/vnd.openxmlformats-officedocument.presentationml.notesSlide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33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34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99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98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embeddedFontLst>
    <p:embeddedFont>
      <p:font typeface="Cambria" panose="02040503050406030204" pitchFamily="18" charset="0"/>
      <p:regular r:id="rId45"/>
      <p:bold r:id="rId46"/>
      <p:italic r:id="rId47"/>
      <p:boldItalic r:id="rId48"/>
    </p:embeddedFont>
    <p:embeddedFont>
      <p:font typeface="Montserrat" panose="00000500000000000000" pitchFamily="2" charset="0"/>
      <p:regular r:id="rId49"/>
      <p:bold r:id="rId50"/>
      <p:italic r:id="rId51"/>
      <p:boldItalic r:id="rId52"/>
    </p:embeddedFont>
    <p:embeddedFont>
      <p:font typeface="Play" panose="020B0604020202020204" charset="0"/>
      <p:regular r:id="rId53"/>
      <p:bold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E7BAE9-9105-0331-F299-99F99F18399A}" v="18" dt="2026-07-03T16:34:38.406"/>
    <p1510:client id="{E772AB4A-9449-8AD6-AD54-AA21E581F5BC}" v="359" dt="2026-07-01T19:19:14.6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52" Type="http://schemas.openxmlformats.org/officeDocument/2006/relationships/font" Target="fonts/font8.fntdata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svg"/></Relationships>
</file>

<file path=ppt/diagrams/_rels/data4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svg"/></Relationships>
</file>

<file path=ppt/diagrams/_rels/drawing4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svg"/><Relationship Id="rId1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143B00-E348-4433-B335-15B7411AFC66}" type="doc">
      <dgm:prSet loTypeId="urn:microsoft.com/office/officeart/2005/8/layout/default" loCatId="list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D474A7C-3D91-4502-8D03-9C6CC271B925}">
      <dgm:prSet phldrT="[Text]" phldr="0"/>
      <dgm:spPr/>
      <dgm:t>
        <a:bodyPr/>
        <a:lstStyle/>
        <a:p>
          <a:r>
            <a:rPr lang="en-US">
              <a:latin typeface="Aptos Display" panose="02110004020202020204"/>
            </a:rPr>
            <a:t>What is Statistics?</a:t>
          </a:r>
        </a:p>
      </dgm:t>
    </dgm:pt>
    <dgm:pt modelId="{3F243941-6414-4839-BBFD-C7728561315F}" type="parTrans" cxnId="{1F9B9B4D-77D5-4E90-A12F-F9F41C86A7B1}">
      <dgm:prSet/>
      <dgm:spPr/>
    </dgm:pt>
    <dgm:pt modelId="{D7DDE77D-7541-4AAC-B46D-92074C9F282F}" type="sibTrans" cxnId="{1F9B9B4D-77D5-4E90-A12F-F9F41C86A7B1}">
      <dgm:prSet/>
      <dgm:spPr/>
      <dgm:t>
        <a:bodyPr/>
        <a:lstStyle/>
        <a:p>
          <a:endParaRPr lang="en-US"/>
        </a:p>
      </dgm:t>
    </dgm:pt>
    <dgm:pt modelId="{C2CC2D33-35CA-42FF-B43B-5D09D849F92B}">
      <dgm:prSet phldrT="[Text]" phldr="0"/>
      <dgm:spPr/>
      <dgm:t>
        <a:bodyPr/>
        <a:lstStyle/>
        <a:p>
          <a:r>
            <a:rPr lang="en-US">
              <a:latin typeface="Aptos Display" panose="02110004020202020204"/>
            </a:rPr>
            <a:t>What is Data?</a:t>
          </a:r>
        </a:p>
      </dgm:t>
    </dgm:pt>
    <dgm:pt modelId="{EDC26EE7-C4FB-434C-96C2-658B9B43E316}" type="parTrans" cxnId="{2386D314-2523-46EE-B706-C89BCD5081DE}">
      <dgm:prSet/>
      <dgm:spPr/>
    </dgm:pt>
    <dgm:pt modelId="{49D6DBD1-9E64-4719-8137-A678DE255583}" type="sibTrans" cxnId="{2386D314-2523-46EE-B706-C89BCD5081DE}">
      <dgm:prSet/>
      <dgm:spPr/>
      <dgm:t>
        <a:bodyPr/>
        <a:lstStyle/>
        <a:p>
          <a:endParaRPr lang="en-US"/>
        </a:p>
      </dgm:t>
    </dgm:pt>
    <dgm:pt modelId="{A2AD29FE-EC43-4D89-A3C1-C4A043B4D968}">
      <dgm:prSet phldrT="[Text]" phldr="0"/>
      <dgm:spPr/>
      <dgm:t>
        <a:bodyPr/>
        <a:lstStyle/>
        <a:p>
          <a:r>
            <a:rPr lang="en-US">
              <a:latin typeface="Aptos Display" panose="02110004020202020204"/>
            </a:rPr>
            <a:t>Types of Statistics</a:t>
          </a:r>
          <a:endParaRPr lang="en-US"/>
        </a:p>
      </dgm:t>
    </dgm:pt>
    <dgm:pt modelId="{91A481F1-7EED-43A1-AC49-4E2DA65F4AFA}" type="parTrans" cxnId="{C60AE11F-96D6-41F5-8AE7-67FC7DD48A91}">
      <dgm:prSet/>
      <dgm:spPr/>
    </dgm:pt>
    <dgm:pt modelId="{01949561-EB01-4EB3-9D00-0402C8B8F36B}" type="sibTrans" cxnId="{C60AE11F-96D6-41F5-8AE7-67FC7DD48A91}">
      <dgm:prSet/>
      <dgm:spPr/>
      <dgm:t>
        <a:bodyPr/>
        <a:lstStyle/>
        <a:p>
          <a:endParaRPr lang="en-US"/>
        </a:p>
      </dgm:t>
    </dgm:pt>
    <dgm:pt modelId="{46836FFA-A970-40A1-A8D0-30A888AC141B}">
      <dgm:prSet phldrT="[Text]" phldr="0"/>
      <dgm:spPr/>
      <dgm:t>
        <a:bodyPr/>
        <a:lstStyle/>
        <a:p>
          <a:r>
            <a:rPr lang="en-US">
              <a:latin typeface="Aptos Display" panose="02110004020202020204"/>
            </a:rPr>
            <a:t>Descriptive Statistics Essentials</a:t>
          </a:r>
        </a:p>
      </dgm:t>
    </dgm:pt>
    <dgm:pt modelId="{2266C2C8-5BB1-4964-B982-506CACE45E32}" type="parTrans" cxnId="{6C64A1CD-408B-4729-B829-2EBB6669B149}">
      <dgm:prSet/>
      <dgm:spPr/>
    </dgm:pt>
    <dgm:pt modelId="{1F45492F-20A9-4FDC-B045-79C67A92DAB6}" type="sibTrans" cxnId="{6C64A1CD-408B-4729-B829-2EBB6669B149}">
      <dgm:prSet/>
      <dgm:spPr/>
      <dgm:t>
        <a:bodyPr/>
        <a:lstStyle/>
        <a:p>
          <a:endParaRPr lang="en-US"/>
        </a:p>
      </dgm:t>
    </dgm:pt>
    <dgm:pt modelId="{444B14E8-6F49-4360-AE2B-63AA8B756E7A}">
      <dgm:prSet phldrT="[Text]" phldr="0"/>
      <dgm:spPr/>
      <dgm:t>
        <a:bodyPr/>
        <a:lstStyle/>
        <a:p>
          <a:r>
            <a:rPr lang="en-US">
              <a:latin typeface="Aptos Display" panose="02110004020202020204"/>
            </a:rPr>
            <a:t>Inferential Statistics</a:t>
          </a:r>
        </a:p>
      </dgm:t>
    </dgm:pt>
    <dgm:pt modelId="{2D058867-2DE6-4EEB-B190-A1153FACC4CE}" type="parTrans" cxnId="{17303705-AAF6-43DC-BFEA-29DC4AD7F356}">
      <dgm:prSet/>
      <dgm:spPr/>
    </dgm:pt>
    <dgm:pt modelId="{C28A6C5B-8C17-4335-836B-E28B10692BBA}" type="sibTrans" cxnId="{17303705-AAF6-43DC-BFEA-29DC4AD7F356}">
      <dgm:prSet/>
      <dgm:spPr/>
      <dgm:t>
        <a:bodyPr/>
        <a:lstStyle/>
        <a:p>
          <a:endParaRPr lang="en-US"/>
        </a:p>
      </dgm:t>
    </dgm:pt>
    <dgm:pt modelId="{06D03E81-533A-49DD-AC2B-EFBD3D2B5E41}">
      <dgm:prSet phldrT="[Text]" phldr="0"/>
      <dgm:spPr/>
      <dgm:t>
        <a:bodyPr/>
        <a:lstStyle/>
        <a:p>
          <a:r>
            <a:rPr lang="en-US">
              <a:latin typeface="Aptos Display" panose="02110004020202020204"/>
            </a:rPr>
            <a:t>Data Distributions</a:t>
          </a:r>
          <a:endParaRPr lang="en-US"/>
        </a:p>
      </dgm:t>
    </dgm:pt>
    <dgm:pt modelId="{41ACFCD7-0ADF-408E-A68B-95707FB26291}" type="parTrans" cxnId="{F132F325-F21C-4CAA-A0F8-FC345BFD9314}">
      <dgm:prSet/>
      <dgm:spPr/>
    </dgm:pt>
    <dgm:pt modelId="{6103781F-341C-4D64-B5A5-C3ECF8F700CD}" type="sibTrans" cxnId="{F132F325-F21C-4CAA-A0F8-FC345BFD9314}">
      <dgm:prSet/>
      <dgm:spPr/>
      <dgm:t>
        <a:bodyPr/>
        <a:lstStyle/>
        <a:p>
          <a:endParaRPr lang="en-US"/>
        </a:p>
      </dgm:t>
    </dgm:pt>
    <dgm:pt modelId="{B67EA078-5CAA-4795-AEF5-A21355615359}">
      <dgm:prSet phldrT="[Text]" phldr="0"/>
      <dgm:spPr/>
      <dgm:t>
        <a:bodyPr/>
        <a:lstStyle/>
        <a:p>
          <a:r>
            <a:rPr lang="en-US">
              <a:latin typeface="Aptos Display" panose="02110004020202020204"/>
            </a:rPr>
            <a:t>Probability</a:t>
          </a:r>
        </a:p>
      </dgm:t>
    </dgm:pt>
    <dgm:pt modelId="{853DB27D-EFBE-4734-8A8B-F9E038399DD2}" type="parTrans" cxnId="{7C77EEEC-E12E-4115-919D-A0250DF94B5E}">
      <dgm:prSet/>
      <dgm:spPr/>
    </dgm:pt>
    <dgm:pt modelId="{BEB1405C-3104-4DB8-A83D-8D023222976E}" type="sibTrans" cxnId="{7C77EEEC-E12E-4115-919D-A0250DF94B5E}">
      <dgm:prSet/>
      <dgm:spPr/>
      <dgm:t>
        <a:bodyPr/>
        <a:lstStyle/>
        <a:p>
          <a:endParaRPr lang="en-US"/>
        </a:p>
      </dgm:t>
    </dgm:pt>
    <dgm:pt modelId="{6E6F5230-0EB7-43B9-899B-0A602C2A3ABF}">
      <dgm:prSet phldrT="[Text]" phldr="0"/>
      <dgm:spPr/>
      <dgm:t>
        <a:bodyPr/>
        <a:lstStyle/>
        <a:p>
          <a:pPr rtl="0"/>
          <a:r>
            <a:rPr lang="en-US">
              <a:latin typeface="Aptos Display" panose="02110004020202020204"/>
            </a:rPr>
            <a:t> Case Study: Predicting Students Success  </a:t>
          </a:r>
        </a:p>
      </dgm:t>
    </dgm:pt>
    <dgm:pt modelId="{E5645F0E-AB01-4D92-BF91-56B52A3773DD}" type="parTrans" cxnId="{D9F28A21-F818-416F-A21A-6597C60AF2B3}">
      <dgm:prSet/>
      <dgm:spPr/>
    </dgm:pt>
    <dgm:pt modelId="{BF24D5CF-C938-4F29-A7E7-FB781CBFCE57}" type="sibTrans" cxnId="{D9F28A21-F818-416F-A21A-6597C60AF2B3}">
      <dgm:prSet/>
      <dgm:spPr/>
    </dgm:pt>
    <dgm:pt modelId="{DBDD4882-53DC-4431-B992-D42F48B36B81}" type="pres">
      <dgm:prSet presAssocID="{AC143B00-E348-4433-B335-15B7411AFC66}" presName="diagram" presStyleCnt="0">
        <dgm:presLayoutVars>
          <dgm:dir/>
          <dgm:resizeHandles val="exact"/>
        </dgm:presLayoutVars>
      </dgm:prSet>
      <dgm:spPr/>
    </dgm:pt>
    <dgm:pt modelId="{DCB4E6B4-E175-4602-9165-AA37FC1B1065}" type="pres">
      <dgm:prSet presAssocID="{FD474A7C-3D91-4502-8D03-9C6CC271B925}" presName="node" presStyleLbl="node1" presStyleIdx="0" presStyleCnt="8">
        <dgm:presLayoutVars>
          <dgm:bulletEnabled val="1"/>
        </dgm:presLayoutVars>
      </dgm:prSet>
      <dgm:spPr/>
    </dgm:pt>
    <dgm:pt modelId="{B7A9B38D-6E62-4201-A8C8-095788723EF1}" type="pres">
      <dgm:prSet presAssocID="{D7DDE77D-7541-4AAC-B46D-92074C9F282F}" presName="sibTrans" presStyleCnt="0"/>
      <dgm:spPr/>
    </dgm:pt>
    <dgm:pt modelId="{329649DE-5EAD-44BE-8342-EBE4CFD4EDF7}" type="pres">
      <dgm:prSet presAssocID="{C2CC2D33-35CA-42FF-B43B-5D09D849F92B}" presName="node" presStyleLbl="node1" presStyleIdx="1" presStyleCnt="8">
        <dgm:presLayoutVars>
          <dgm:bulletEnabled val="1"/>
        </dgm:presLayoutVars>
      </dgm:prSet>
      <dgm:spPr/>
    </dgm:pt>
    <dgm:pt modelId="{6352C314-F9BF-4D9B-A2E2-776DCCD79237}" type="pres">
      <dgm:prSet presAssocID="{49D6DBD1-9E64-4719-8137-A678DE255583}" presName="sibTrans" presStyleCnt="0"/>
      <dgm:spPr/>
    </dgm:pt>
    <dgm:pt modelId="{92DA53B9-7775-449F-B383-306EAD95F0D3}" type="pres">
      <dgm:prSet presAssocID="{A2AD29FE-EC43-4D89-A3C1-C4A043B4D968}" presName="node" presStyleLbl="node1" presStyleIdx="2" presStyleCnt="8">
        <dgm:presLayoutVars>
          <dgm:bulletEnabled val="1"/>
        </dgm:presLayoutVars>
      </dgm:prSet>
      <dgm:spPr/>
    </dgm:pt>
    <dgm:pt modelId="{90162926-2F0D-443B-BF64-2DAA143CF0C9}" type="pres">
      <dgm:prSet presAssocID="{01949561-EB01-4EB3-9D00-0402C8B8F36B}" presName="sibTrans" presStyleCnt="0"/>
      <dgm:spPr/>
    </dgm:pt>
    <dgm:pt modelId="{1A2BDE1A-A73D-42CF-93AD-707EA01BE459}" type="pres">
      <dgm:prSet presAssocID="{46836FFA-A970-40A1-A8D0-30A888AC141B}" presName="node" presStyleLbl="node1" presStyleIdx="3" presStyleCnt="8">
        <dgm:presLayoutVars>
          <dgm:bulletEnabled val="1"/>
        </dgm:presLayoutVars>
      </dgm:prSet>
      <dgm:spPr/>
    </dgm:pt>
    <dgm:pt modelId="{EDA5C91D-0A0C-41BB-8361-AADEE2DDD889}" type="pres">
      <dgm:prSet presAssocID="{1F45492F-20A9-4FDC-B045-79C67A92DAB6}" presName="sibTrans" presStyleCnt="0"/>
      <dgm:spPr/>
    </dgm:pt>
    <dgm:pt modelId="{ACA3BC54-EF56-4C2E-B2C0-5F6FFA9304EF}" type="pres">
      <dgm:prSet presAssocID="{444B14E8-6F49-4360-AE2B-63AA8B756E7A}" presName="node" presStyleLbl="node1" presStyleIdx="4" presStyleCnt="8">
        <dgm:presLayoutVars>
          <dgm:bulletEnabled val="1"/>
        </dgm:presLayoutVars>
      </dgm:prSet>
      <dgm:spPr/>
    </dgm:pt>
    <dgm:pt modelId="{1A0F649F-E9DE-45D7-B7CD-CB1A36CA0D70}" type="pres">
      <dgm:prSet presAssocID="{C28A6C5B-8C17-4335-836B-E28B10692BBA}" presName="sibTrans" presStyleCnt="0"/>
      <dgm:spPr/>
    </dgm:pt>
    <dgm:pt modelId="{D20E1007-3477-4898-920C-EE71ABD96D27}" type="pres">
      <dgm:prSet presAssocID="{06D03E81-533A-49DD-AC2B-EFBD3D2B5E41}" presName="node" presStyleLbl="node1" presStyleIdx="5" presStyleCnt="8">
        <dgm:presLayoutVars>
          <dgm:bulletEnabled val="1"/>
        </dgm:presLayoutVars>
      </dgm:prSet>
      <dgm:spPr/>
    </dgm:pt>
    <dgm:pt modelId="{779A49D7-B975-459E-9220-10F36F88495F}" type="pres">
      <dgm:prSet presAssocID="{6103781F-341C-4D64-B5A5-C3ECF8F700CD}" presName="sibTrans" presStyleCnt="0"/>
      <dgm:spPr/>
    </dgm:pt>
    <dgm:pt modelId="{289E31B7-409F-4140-B18B-0EA318F69F52}" type="pres">
      <dgm:prSet presAssocID="{B67EA078-5CAA-4795-AEF5-A21355615359}" presName="node" presStyleLbl="node1" presStyleIdx="6" presStyleCnt="8">
        <dgm:presLayoutVars>
          <dgm:bulletEnabled val="1"/>
        </dgm:presLayoutVars>
      </dgm:prSet>
      <dgm:spPr/>
    </dgm:pt>
    <dgm:pt modelId="{C60FA08D-58F6-48A7-A724-A35FC1E65D5F}" type="pres">
      <dgm:prSet presAssocID="{BEB1405C-3104-4DB8-A83D-8D023222976E}" presName="sibTrans" presStyleCnt="0"/>
      <dgm:spPr/>
    </dgm:pt>
    <dgm:pt modelId="{6A2B6693-2F5F-4E71-B80F-E79387BF1B7A}" type="pres">
      <dgm:prSet presAssocID="{6E6F5230-0EB7-43B9-899B-0A602C2A3ABF}" presName="node" presStyleLbl="node1" presStyleIdx="7" presStyleCnt="8">
        <dgm:presLayoutVars>
          <dgm:bulletEnabled val="1"/>
        </dgm:presLayoutVars>
      </dgm:prSet>
      <dgm:spPr/>
    </dgm:pt>
  </dgm:ptLst>
  <dgm:cxnLst>
    <dgm:cxn modelId="{17303705-AAF6-43DC-BFEA-29DC4AD7F356}" srcId="{AC143B00-E348-4433-B335-15B7411AFC66}" destId="{444B14E8-6F49-4360-AE2B-63AA8B756E7A}" srcOrd="4" destOrd="0" parTransId="{2D058867-2DE6-4EEB-B190-A1153FACC4CE}" sibTransId="{C28A6C5B-8C17-4335-836B-E28B10692BBA}"/>
    <dgm:cxn modelId="{2386D314-2523-46EE-B706-C89BCD5081DE}" srcId="{AC143B00-E348-4433-B335-15B7411AFC66}" destId="{C2CC2D33-35CA-42FF-B43B-5D09D849F92B}" srcOrd="1" destOrd="0" parTransId="{EDC26EE7-C4FB-434C-96C2-658B9B43E316}" sibTransId="{49D6DBD1-9E64-4719-8137-A678DE255583}"/>
    <dgm:cxn modelId="{C60AE11F-96D6-41F5-8AE7-67FC7DD48A91}" srcId="{AC143B00-E348-4433-B335-15B7411AFC66}" destId="{A2AD29FE-EC43-4D89-A3C1-C4A043B4D968}" srcOrd="2" destOrd="0" parTransId="{91A481F1-7EED-43A1-AC49-4E2DA65F4AFA}" sibTransId="{01949561-EB01-4EB3-9D00-0402C8B8F36B}"/>
    <dgm:cxn modelId="{D9F28A21-F818-416F-A21A-6597C60AF2B3}" srcId="{AC143B00-E348-4433-B335-15B7411AFC66}" destId="{6E6F5230-0EB7-43B9-899B-0A602C2A3ABF}" srcOrd="7" destOrd="0" parTransId="{E5645F0E-AB01-4D92-BF91-56B52A3773DD}" sibTransId="{BF24D5CF-C938-4F29-A7E7-FB781CBFCE57}"/>
    <dgm:cxn modelId="{F132F325-F21C-4CAA-A0F8-FC345BFD9314}" srcId="{AC143B00-E348-4433-B335-15B7411AFC66}" destId="{06D03E81-533A-49DD-AC2B-EFBD3D2B5E41}" srcOrd="5" destOrd="0" parTransId="{41ACFCD7-0ADF-408E-A68B-95707FB26291}" sibTransId="{6103781F-341C-4D64-B5A5-C3ECF8F700CD}"/>
    <dgm:cxn modelId="{7358AC39-CCCD-4F63-A7A8-C16A75112C55}" type="presOf" srcId="{B67EA078-5CAA-4795-AEF5-A21355615359}" destId="{289E31B7-409F-4140-B18B-0EA318F69F52}" srcOrd="0" destOrd="0" presId="urn:microsoft.com/office/officeart/2005/8/layout/default"/>
    <dgm:cxn modelId="{DCBF223B-1845-46A6-8457-A079D16737BC}" type="presOf" srcId="{46836FFA-A970-40A1-A8D0-30A888AC141B}" destId="{1A2BDE1A-A73D-42CF-93AD-707EA01BE459}" srcOrd="0" destOrd="0" presId="urn:microsoft.com/office/officeart/2005/8/layout/default"/>
    <dgm:cxn modelId="{20350663-3DC6-421C-8DC6-24F8F6B162B7}" type="presOf" srcId="{AC143B00-E348-4433-B335-15B7411AFC66}" destId="{DBDD4882-53DC-4431-B992-D42F48B36B81}" srcOrd="0" destOrd="0" presId="urn:microsoft.com/office/officeart/2005/8/layout/default"/>
    <dgm:cxn modelId="{B5B2C34C-892D-490A-8163-C31A2A08F658}" type="presOf" srcId="{06D03E81-533A-49DD-AC2B-EFBD3D2B5E41}" destId="{D20E1007-3477-4898-920C-EE71ABD96D27}" srcOrd="0" destOrd="0" presId="urn:microsoft.com/office/officeart/2005/8/layout/default"/>
    <dgm:cxn modelId="{1F9B9B4D-77D5-4E90-A12F-F9F41C86A7B1}" srcId="{AC143B00-E348-4433-B335-15B7411AFC66}" destId="{FD474A7C-3D91-4502-8D03-9C6CC271B925}" srcOrd="0" destOrd="0" parTransId="{3F243941-6414-4839-BBFD-C7728561315F}" sibTransId="{D7DDE77D-7541-4AAC-B46D-92074C9F282F}"/>
    <dgm:cxn modelId="{73F9CE72-D979-4122-B72B-103568C983B3}" type="presOf" srcId="{6E6F5230-0EB7-43B9-899B-0A602C2A3ABF}" destId="{6A2B6693-2F5F-4E71-B80F-E79387BF1B7A}" srcOrd="0" destOrd="0" presId="urn:microsoft.com/office/officeart/2005/8/layout/default"/>
    <dgm:cxn modelId="{3206DFA8-645B-4226-B87B-E64EBA913A1C}" type="presOf" srcId="{444B14E8-6F49-4360-AE2B-63AA8B756E7A}" destId="{ACA3BC54-EF56-4C2E-B2C0-5F6FFA9304EF}" srcOrd="0" destOrd="0" presId="urn:microsoft.com/office/officeart/2005/8/layout/default"/>
    <dgm:cxn modelId="{6C64A1CD-408B-4729-B829-2EBB6669B149}" srcId="{AC143B00-E348-4433-B335-15B7411AFC66}" destId="{46836FFA-A970-40A1-A8D0-30A888AC141B}" srcOrd="3" destOrd="0" parTransId="{2266C2C8-5BB1-4964-B982-506CACE45E32}" sibTransId="{1F45492F-20A9-4FDC-B045-79C67A92DAB6}"/>
    <dgm:cxn modelId="{3C7C2FD6-58B7-40A1-A597-941D9F3D85C8}" type="presOf" srcId="{FD474A7C-3D91-4502-8D03-9C6CC271B925}" destId="{DCB4E6B4-E175-4602-9165-AA37FC1B1065}" srcOrd="0" destOrd="0" presId="urn:microsoft.com/office/officeart/2005/8/layout/default"/>
    <dgm:cxn modelId="{7C77EEEC-E12E-4115-919D-A0250DF94B5E}" srcId="{AC143B00-E348-4433-B335-15B7411AFC66}" destId="{B67EA078-5CAA-4795-AEF5-A21355615359}" srcOrd="6" destOrd="0" parTransId="{853DB27D-EFBE-4734-8A8B-F9E038399DD2}" sibTransId="{BEB1405C-3104-4DB8-A83D-8D023222976E}"/>
    <dgm:cxn modelId="{ACEA08FB-A0A2-4987-B7BF-58395A5F3E66}" type="presOf" srcId="{A2AD29FE-EC43-4D89-A3C1-C4A043B4D968}" destId="{92DA53B9-7775-449F-B383-306EAD95F0D3}" srcOrd="0" destOrd="0" presId="urn:microsoft.com/office/officeart/2005/8/layout/default"/>
    <dgm:cxn modelId="{A54856FE-7B1D-4BC3-A0D2-FC3E3E7A557A}" type="presOf" srcId="{C2CC2D33-35CA-42FF-B43B-5D09D849F92B}" destId="{329649DE-5EAD-44BE-8342-EBE4CFD4EDF7}" srcOrd="0" destOrd="0" presId="urn:microsoft.com/office/officeart/2005/8/layout/default"/>
    <dgm:cxn modelId="{A9520BC6-8C22-4A0B-8C33-476832EA5500}" type="presParOf" srcId="{DBDD4882-53DC-4431-B992-D42F48B36B81}" destId="{DCB4E6B4-E175-4602-9165-AA37FC1B1065}" srcOrd="0" destOrd="0" presId="urn:microsoft.com/office/officeart/2005/8/layout/default"/>
    <dgm:cxn modelId="{28B0B915-345F-4DED-88DF-17A9B59576E3}" type="presParOf" srcId="{DBDD4882-53DC-4431-B992-D42F48B36B81}" destId="{B7A9B38D-6E62-4201-A8C8-095788723EF1}" srcOrd="1" destOrd="0" presId="urn:microsoft.com/office/officeart/2005/8/layout/default"/>
    <dgm:cxn modelId="{CC8088F3-45EB-48AC-A15C-470EEE806D6E}" type="presParOf" srcId="{DBDD4882-53DC-4431-B992-D42F48B36B81}" destId="{329649DE-5EAD-44BE-8342-EBE4CFD4EDF7}" srcOrd="2" destOrd="0" presId="urn:microsoft.com/office/officeart/2005/8/layout/default"/>
    <dgm:cxn modelId="{E971877C-DDCA-4CAA-A41D-1299AD1FFD4D}" type="presParOf" srcId="{DBDD4882-53DC-4431-B992-D42F48B36B81}" destId="{6352C314-F9BF-4D9B-A2E2-776DCCD79237}" srcOrd="3" destOrd="0" presId="urn:microsoft.com/office/officeart/2005/8/layout/default"/>
    <dgm:cxn modelId="{56DE86C9-0254-4D06-B85B-9024FAA3205C}" type="presParOf" srcId="{DBDD4882-53DC-4431-B992-D42F48B36B81}" destId="{92DA53B9-7775-449F-B383-306EAD95F0D3}" srcOrd="4" destOrd="0" presId="urn:microsoft.com/office/officeart/2005/8/layout/default"/>
    <dgm:cxn modelId="{47537B39-C3FC-4BC8-8C8B-A88FDD13B405}" type="presParOf" srcId="{DBDD4882-53DC-4431-B992-D42F48B36B81}" destId="{90162926-2F0D-443B-BF64-2DAA143CF0C9}" srcOrd="5" destOrd="0" presId="urn:microsoft.com/office/officeart/2005/8/layout/default"/>
    <dgm:cxn modelId="{E420EE62-FE10-4DA2-94DC-54D6F5FDF534}" type="presParOf" srcId="{DBDD4882-53DC-4431-B992-D42F48B36B81}" destId="{1A2BDE1A-A73D-42CF-93AD-707EA01BE459}" srcOrd="6" destOrd="0" presId="urn:microsoft.com/office/officeart/2005/8/layout/default"/>
    <dgm:cxn modelId="{FBA43E35-9E8D-48D3-8ADC-4CD3DC6AA69C}" type="presParOf" srcId="{DBDD4882-53DC-4431-B992-D42F48B36B81}" destId="{EDA5C91D-0A0C-41BB-8361-AADEE2DDD889}" srcOrd="7" destOrd="0" presId="urn:microsoft.com/office/officeart/2005/8/layout/default"/>
    <dgm:cxn modelId="{6E4D84CB-73AE-4C90-A057-DD426ED4B170}" type="presParOf" srcId="{DBDD4882-53DC-4431-B992-D42F48B36B81}" destId="{ACA3BC54-EF56-4C2E-B2C0-5F6FFA9304EF}" srcOrd="8" destOrd="0" presId="urn:microsoft.com/office/officeart/2005/8/layout/default"/>
    <dgm:cxn modelId="{FB85A981-C8E2-4747-98E2-3AC11CEFDE57}" type="presParOf" srcId="{DBDD4882-53DC-4431-B992-D42F48B36B81}" destId="{1A0F649F-E9DE-45D7-B7CD-CB1A36CA0D70}" srcOrd="9" destOrd="0" presId="urn:microsoft.com/office/officeart/2005/8/layout/default"/>
    <dgm:cxn modelId="{0CD55296-51A3-47FD-BB90-D9DEEB0D0055}" type="presParOf" srcId="{DBDD4882-53DC-4431-B992-D42F48B36B81}" destId="{D20E1007-3477-4898-920C-EE71ABD96D27}" srcOrd="10" destOrd="0" presId="urn:microsoft.com/office/officeart/2005/8/layout/default"/>
    <dgm:cxn modelId="{92F5B883-DC7D-4499-B17E-84EBEEEA7104}" type="presParOf" srcId="{DBDD4882-53DC-4431-B992-D42F48B36B81}" destId="{779A49D7-B975-459E-9220-10F36F88495F}" srcOrd="11" destOrd="0" presId="urn:microsoft.com/office/officeart/2005/8/layout/default"/>
    <dgm:cxn modelId="{00A28FAD-1E57-4405-B5F7-0A71925C960D}" type="presParOf" srcId="{DBDD4882-53DC-4431-B992-D42F48B36B81}" destId="{289E31B7-409F-4140-B18B-0EA318F69F52}" srcOrd="12" destOrd="0" presId="urn:microsoft.com/office/officeart/2005/8/layout/default"/>
    <dgm:cxn modelId="{7BCDD606-71DB-4F0D-8A46-8BECE90693E3}" type="presParOf" srcId="{DBDD4882-53DC-4431-B992-D42F48B36B81}" destId="{C60FA08D-58F6-48A7-A724-A35FC1E65D5F}" srcOrd="13" destOrd="0" presId="urn:microsoft.com/office/officeart/2005/8/layout/default"/>
    <dgm:cxn modelId="{43EB9B46-30C1-46CD-9BAC-9C1EFABB8885}" type="presParOf" srcId="{DBDD4882-53DC-4431-B992-D42F48B36B81}" destId="{6A2B6693-2F5F-4E71-B80F-E79387BF1B7A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128949E-1DD8-4DE0-A75F-785E676E6E1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04751CF-9EAE-4D78-BD7F-C284B53D87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Science of collecting, analyzing, interpreting, presenting, and organizing</a:t>
          </a:r>
          <a:r>
            <a:rPr lang="en-US" dirty="0">
              <a:solidFill>
                <a:srgbClr val="FF0000"/>
              </a:solidFill>
            </a:rPr>
            <a:t> </a:t>
          </a:r>
          <a:r>
            <a:rPr lang="en-US" b="1">
              <a:solidFill>
                <a:srgbClr val="FF0000"/>
              </a:solidFill>
            </a:rPr>
            <a:t>data</a:t>
          </a:r>
          <a:r>
            <a:rPr lang="en-US"/>
            <a:t>.</a:t>
          </a:r>
        </a:p>
      </dgm:t>
    </dgm:pt>
    <dgm:pt modelId="{562F436A-AF02-45D6-8434-2B66EC9C2FAA}" type="parTrans" cxnId="{6FB54DC4-033A-47A8-93A1-79ADD0C16E33}">
      <dgm:prSet/>
      <dgm:spPr/>
      <dgm:t>
        <a:bodyPr/>
        <a:lstStyle/>
        <a:p>
          <a:endParaRPr lang="en-US"/>
        </a:p>
      </dgm:t>
    </dgm:pt>
    <dgm:pt modelId="{8F6FD103-AC7E-4434-80E9-98DC9D515571}" type="sibTrans" cxnId="{6FB54DC4-033A-47A8-93A1-79ADD0C16E33}">
      <dgm:prSet/>
      <dgm:spPr/>
      <dgm:t>
        <a:bodyPr/>
        <a:lstStyle/>
        <a:p>
          <a:endParaRPr lang="en-US"/>
        </a:p>
      </dgm:t>
    </dgm:pt>
    <dgm:pt modelId="{F02C219B-3985-4385-8BAC-CEEFD1D6B0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in business, healthcare, sports, and machine learning. </a:t>
          </a:r>
        </a:p>
      </dgm:t>
    </dgm:pt>
    <dgm:pt modelId="{35ACFD92-2894-4362-BD00-F2D79EF0DA3F}" type="parTrans" cxnId="{0CCF3B22-6753-4A47-B6F0-F3C66583BFFD}">
      <dgm:prSet/>
      <dgm:spPr/>
      <dgm:t>
        <a:bodyPr/>
        <a:lstStyle/>
        <a:p>
          <a:endParaRPr lang="en-US"/>
        </a:p>
      </dgm:t>
    </dgm:pt>
    <dgm:pt modelId="{B4D2EFFA-B085-4439-9486-FB1E3D6D8A0D}" type="sibTrans" cxnId="{0CCF3B22-6753-4A47-B6F0-F3C66583BFFD}">
      <dgm:prSet/>
      <dgm:spPr/>
      <dgm:t>
        <a:bodyPr/>
        <a:lstStyle/>
        <a:p>
          <a:endParaRPr lang="en-US"/>
        </a:p>
      </dgm:t>
    </dgm:pt>
    <dgm:pt modelId="{8BADE93D-F56F-49EA-A35F-B5FBA58FB63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It is </a:t>
          </a:r>
          <a:r>
            <a:rPr lang="en-US" b="1" i="0" baseline="0"/>
            <a:t>making sense </a:t>
          </a:r>
          <a:r>
            <a:rPr lang="en-US" b="0" i="0" baseline="0"/>
            <a:t>of numbers.</a:t>
          </a:r>
          <a:endParaRPr lang="en-US"/>
        </a:p>
      </dgm:t>
    </dgm:pt>
    <dgm:pt modelId="{FCFDD463-186A-4F34-B7CD-97FEFEB937D6}" type="parTrans" cxnId="{618BE862-3FBC-444C-8C73-09DF3C23BF14}">
      <dgm:prSet/>
      <dgm:spPr/>
      <dgm:t>
        <a:bodyPr/>
        <a:lstStyle/>
        <a:p>
          <a:endParaRPr lang="en-US"/>
        </a:p>
      </dgm:t>
    </dgm:pt>
    <dgm:pt modelId="{52C9C4C7-F62A-4487-8235-A4FECF376C73}" type="sibTrans" cxnId="{618BE862-3FBC-444C-8C73-09DF3C23BF14}">
      <dgm:prSet/>
      <dgm:spPr/>
      <dgm:t>
        <a:bodyPr/>
        <a:lstStyle/>
        <a:p>
          <a:endParaRPr lang="en-US"/>
        </a:p>
      </dgm:t>
    </dgm:pt>
    <dgm:pt modelId="{60A3C0FF-76FC-410B-97B8-BB5459A6B0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Making </a:t>
          </a:r>
          <a:r>
            <a:rPr lang="en-US" b="1" i="0" baseline="0"/>
            <a:t>informed decisions </a:t>
          </a:r>
          <a:r>
            <a:rPr lang="en-US" b="0" i="0" baseline="0"/>
            <a:t>in the presence of uncertainty and variation.       </a:t>
          </a:r>
          <a:endParaRPr lang="en-US"/>
        </a:p>
      </dgm:t>
    </dgm:pt>
    <dgm:pt modelId="{CC478F28-2361-4095-8802-A5CC8BB33A50}" type="parTrans" cxnId="{49BBFDD9-8BF4-4F90-AED0-D2B2D3D9EFE4}">
      <dgm:prSet/>
      <dgm:spPr/>
      <dgm:t>
        <a:bodyPr/>
        <a:lstStyle/>
        <a:p>
          <a:endParaRPr lang="en-US"/>
        </a:p>
      </dgm:t>
    </dgm:pt>
    <dgm:pt modelId="{ECAB2792-2D25-419F-852A-A4CED4B0A6C4}" type="sibTrans" cxnId="{49BBFDD9-8BF4-4F90-AED0-D2B2D3D9EFE4}">
      <dgm:prSet/>
      <dgm:spPr/>
      <dgm:t>
        <a:bodyPr/>
        <a:lstStyle/>
        <a:p>
          <a:endParaRPr lang="en-US"/>
        </a:p>
      </dgm:t>
    </dgm:pt>
    <dgm:pt modelId="{7F74DF95-0252-4F5C-814B-AE59AA1500C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Organising and summarizing </a:t>
          </a:r>
          <a:r>
            <a:rPr lang="en-US" b="1" i="0" baseline="0">
              <a:solidFill>
                <a:srgbClr val="FF0000"/>
              </a:solidFill>
            </a:rPr>
            <a:t>data</a:t>
          </a:r>
          <a:r>
            <a:rPr lang="en-US" b="0" i="0" baseline="0"/>
            <a:t> to </a:t>
          </a:r>
          <a:r>
            <a:rPr lang="en-US" b="1" i="0" baseline="0"/>
            <a:t>draw conclusions </a:t>
          </a:r>
          <a:r>
            <a:rPr lang="en-US" b="0" i="0" baseline="0"/>
            <a:t>based on the information contained in the data.</a:t>
          </a:r>
          <a:endParaRPr lang="en-US"/>
        </a:p>
      </dgm:t>
    </dgm:pt>
    <dgm:pt modelId="{4DE416DE-DFEF-4C9F-B36E-9386A12FE7A0}" type="parTrans" cxnId="{22F4DF54-118A-4CF4-BB18-07D0A70D06F9}">
      <dgm:prSet/>
      <dgm:spPr/>
      <dgm:t>
        <a:bodyPr/>
        <a:lstStyle/>
        <a:p>
          <a:endParaRPr lang="en-US"/>
        </a:p>
      </dgm:t>
    </dgm:pt>
    <dgm:pt modelId="{0BC8AC21-CA5E-4301-B409-32FBB61BAD78}" type="sibTrans" cxnId="{22F4DF54-118A-4CF4-BB18-07D0A70D06F9}">
      <dgm:prSet/>
      <dgm:spPr/>
      <dgm:t>
        <a:bodyPr/>
        <a:lstStyle/>
        <a:p>
          <a:endParaRPr lang="en-US"/>
        </a:p>
      </dgm:t>
    </dgm:pt>
    <dgm:pt modelId="{AC03272E-8F9E-4807-AE12-157F821A8DC9}" type="pres">
      <dgm:prSet presAssocID="{8128949E-1DD8-4DE0-A75F-785E676E6E1D}" presName="root" presStyleCnt="0">
        <dgm:presLayoutVars>
          <dgm:dir/>
          <dgm:resizeHandles val="exact"/>
        </dgm:presLayoutVars>
      </dgm:prSet>
      <dgm:spPr/>
    </dgm:pt>
    <dgm:pt modelId="{1D44A20A-595B-4DBB-BB02-207D24D0F988}" type="pres">
      <dgm:prSet presAssocID="{704751CF-9EAE-4D78-BD7F-C284B53D87FB}" presName="compNode" presStyleCnt="0"/>
      <dgm:spPr/>
    </dgm:pt>
    <dgm:pt modelId="{364CA8EE-23B6-495D-A681-1A886523FE3D}" type="pres">
      <dgm:prSet presAssocID="{704751CF-9EAE-4D78-BD7F-C284B53D87FB}" presName="bgRect" presStyleLbl="bgShp" presStyleIdx="0" presStyleCnt="5"/>
      <dgm:spPr/>
    </dgm:pt>
    <dgm:pt modelId="{8A693FA1-6EA4-4D37-B3AA-1B5A489AECA1}" type="pres">
      <dgm:prSet presAssocID="{704751CF-9EAE-4D78-BD7F-C284B53D87FB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70F42805-85E0-439F-9E8C-FEEA02828E9B}" type="pres">
      <dgm:prSet presAssocID="{704751CF-9EAE-4D78-BD7F-C284B53D87FB}" presName="spaceRect" presStyleCnt="0"/>
      <dgm:spPr/>
    </dgm:pt>
    <dgm:pt modelId="{7573CB98-A4C2-4195-986C-D2E50CFA99E2}" type="pres">
      <dgm:prSet presAssocID="{704751CF-9EAE-4D78-BD7F-C284B53D87FB}" presName="parTx" presStyleLbl="revTx" presStyleIdx="0" presStyleCnt="5">
        <dgm:presLayoutVars>
          <dgm:chMax val="0"/>
          <dgm:chPref val="0"/>
        </dgm:presLayoutVars>
      </dgm:prSet>
      <dgm:spPr/>
    </dgm:pt>
    <dgm:pt modelId="{FAF1A780-369B-40AE-B6ED-5843648518CD}" type="pres">
      <dgm:prSet presAssocID="{8F6FD103-AC7E-4434-80E9-98DC9D515571}" presName="sibTrans" presStyleCnt="0"/>
      <dgm:spPr/>
    </dgm:pt>
    <dgm:pt modelId="{0EF2DF33-2384-45B1-9826-A03FAE770338}" type="pres">
      <dgm:prSet presAssocID="{F02C219B-3985-4385-8BAC-CEEFD1D6B0D9}" presName="compNode" presStyleCnt="0"/>
      <dgm:spPr/>
    </dgm:pt>
    <dgm:pt modelId="{B8E4E9C2-1EB3-49C4-B8A5-D682952B037C}" type="pres">
      <dgm:prSet presAssocID="{F02C219B-3985-4385-8BAC-CEEFD1D6B0D9}" presName="bgRect" presStyleLbl="bgShp" presStyleIdx="1" presStyleCnt="5"/>
      <dgm:spPr/>
    </dgm:pt>
    <dgm:pt modelId="{7FE724ED-27E2-4864-8AB2-580C0EB44671}" type="pres">
      <dgm:prSet presAssocID="{F02C219B-3985-4385-8BAC-CEEFD1D6B0D9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8449F773-2169-4188-B90A-3AB0CEABEB1C}" type="pres">
      <dgm:prSet presAssocID="{F02C219B-3985-4385-8BAC-CEEFD1D6B0D9}" presName="spaceRect" presStyleCnt="0"/>
      <dgm:spPr/>
    </dgm:pt>
    <dgm:pt modelId="{229CBF27-014A-4607-A1D6-930352F0F0E5}" type="pres">
      <dgm:prSet presAssocID="{F02C219B-3985-4385-8BAC-CEEFD1D6B0D9}" presName="parTx" presStyleLbl="revTx" presStyleIdx="1" presStyleCnt="5">
        <dgm:presLayoutVars>
          <dgm:chMax val="0"/>
          <dgm:chPref val="0"/>
        </dgm:presLayoutVars>
      </dgm:prSet>
      <dgm:spPr/>
    </dgm:pt>
    <dgm:pt modelId="{2FB1384F-5959-4A80-9D6D-179E54644A0F}" type="pres">
      <dgm:prSet presAssocID="{B4D2EFFA-B085-4439-9486-FB1E3D6D8A0D}" presName="sibTrans" presStyleCnt="0"/>
      <dgm:spPr/>
    </dgm:pt>
    <dgm:pt modelId="{05ED2519-E09B-4024-BDF4-F781D4E59BCA}" type="pres">
      <dgm:prSet presAssocID="{8BADE93D-F56F-49EA-A35F-B5FBA58FB633}" presName="compNode" presStyleCnt="0"/>
      <dgm:spPr/>
    </dgm:pt>
    <dgm:pt modelId="{A2D744CB-D330-459E-BED4-06FF9EC6E25B}" type="pres">
      <dgm:prSet presAssocID="{8BADE93D-F56F-49EA-A35F-B5FBA58FB633}" presName="bgRect" presStyleLbl="bgShp" presStyleIdx="2" presStyleCnt="5"/>
      <dgm:spPr/>
    </dgm:pt>
    <dgm:pt modelId="{BD3B74C0-C95C-4F39-BA5D-E58061A0FEA1}" type="pres">
      <dgm:prSet presAssocID="{8BADE93D-F56F-49EA-A35F-B5FBA58FB633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tor"/>
        </a:ext>
      </dgm:extLst>
    </dgm:pt>
    <dgm:pt modelId="{669B1360-9CCE-4D7D-BCD1-8D9818A6CA21}" type="pres">
      <dgm:prSet presAssocID="{8BADE93D-F56F-49EA-A35F-B5FBA58FB633}" presName="spaceRect" presStyleCnt="0"/>
      <dgm:spPr/>
    </dgm:pt>
    <dgm:pt modelId="{40815911-19FC-479D-B86B-5221BE3B323F}" type="pres">
      <dgm:prSet presAssocID="{8BADE93D-F56F-49EA-A35F-B5FBA58FB633}" presName="parTx" presStyleLbl="revTx" presStyleIdx="2" presStyleCnt="5">
        <dgm:presLayoutVars>
          <dgm:chMax val="0"/>
          <dgm:chPref val="0"/>
        </dgm:presLayoutVars>
      </dgm:prSet>
      <dgm:spPr/>
    </dgm:pt>
    <dgm:pt modelId="{D4044A9B-2226-4898-9536-B5E2FCF7F71A}" type="pres">
      <dgm:prSet presAssocID="{52C9C4C7-F62A-4487-8235-A4FECF376C73}" presName="sibTrans" presStyleCnt="0"/>
      <dgm:spPr/>
    </dgm:pt>
    <dgm:pt modelId="{DD277161-6327-4113-ACB0-F1045DFAB0B8}" type="pres">
      <dgm:prSet presAssocID="{60A3C0FF-76FC-410B-97B8-BB5459A6B071}" presName="compNode" presStyleCnt="0"/>
      <dgm:spPr/>
    </dgm:pt>
    <dgm:pt modelId="{B69057EA-0BF4-471B-A32B-E66E273F16E8}" type="pres">
      <dgm:prSet presAssocID="{60A3C0FF-76FC-410B-97B8-BB5459A6B071}" presName="bgRect" presStyleLbl="bgShp" presStyleIdx="3" presStyleCnt="5"/>
      <dgm:spPr/>
    </dgm:pt>
    <dgm:pt modelId="{E48004DE-EF4A-44C4-AB80-C873CEC7FD12}" type="pres">
      <dgm:prSet presAssocID="{60A3C0FF-76FC-410B-97B8-BB5459A6B071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B3A06B8C-9067-4CAC-8491-318CDE9A2616}" type="pres">
      <dgm:prSet presAssocID="{60A3C0FF-76FC-410B-97B8-BB5459A6B071}" presName="spaceRect" presStyleCnt="0"/>
      <dgm:spPr/>
    </dgm:pt>
    <dgm:pt modelId="{0153AFFA-D5D1-4A91-A9D0-BAB87708BC47}" type="pres">
      <dgm:prSet presAssocID="{60A3C0FF-76FC-410B-97B8-BB5459A6B071}" presName="parTx" presStyleLbl="revTx" presStyleIdx="3" presStyleCnt="5">
        <dgm:presLayoutVars>
          <dgm:chMax val="0"/>
          <dgm:chPref val="0"/>
        </dgm:presLayoutVars>
      </dgm:prSet>
      <dgm:spPr/>
    </dgm:pt>
    <dgm:pt modelId="{0A1A6369-9904-4686-9122-8FA8FC2124C4}" type="pres">
      <dgm:prSet presAssocID="{ECAB2792-2D25-419F-852A-A4CED4B0A6C4}" presName="sibTrans" presStyleCnt="0"/>
      <dgm:spPr/>
    </dgm:pt>
    <dgm:pt modelId="{E67D1834-256C-4A07-BAB9-2968EAACDF6F}" type="pres">
      <dgm:prSet presAssocID="{7F74DF95-0252-4F5C-814B-AE59AA1500C7}" presName="compNode" presStyleCnt="0"/>
      <dgm:spPr/>
    </dgm:pt>
    <dgm:pt modelId="{6FED4065-0B71-4D8B-ABAF-ED001CE5853B}" type="pres">
      <dgm:prSet presAssocID="{7F74DF95-0252-4F5C-814B-AE59AA1500C7}" presName="bgRect" presStyleLbl="bgShp" presStyleIdx="4" presStyleCnt="5"/>
      <dgm:spPr/>
    </dgm:pt>
    <dgm:pt modelId="{CD1F7E69-5409-4622-998C-221FCAE6995F}" type="pres">
      <dgm:prSet presAssocID="{7F74DF95-0252-4F5C-814B-AE59AA1500C7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4CECE39-8223-4EA2-985A-6415F3B849BA}" type="pres">
      <dgm:prSet presAssocID="{7F74DF95-0252-4F5C-814B-AE59AA1500C7}" presName="spaceRect" presStyleCnt="0"/>
      <dgm:spPr/>
    </dgm:pt>
    <dgm:pt modelId="{87DDB72A-F6E7-47F3-BCBE-C55B919AEE92}" type="pres">
      <dgm:prSet presAssocID="{7F74DF95-0252-4F5C-814B-AE59AA1500C7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DCFEA1C-3E4A-4337-BB66-396A17689C50}" type="presOf" srcId="{60A3C0FF-76FC-410B-97B8-BB5459A6B071}" destId="{0153AFFA-D5D1-4A91-A9D0-BAB87708BC47}" srcOrd="0" destOrd="0" presId="urn:microsoft.com/office/officeart/2018/2/layout/IconVerticalSolidList"/>
    <dgm:cxn modelId="{0CCF3B22-6753-4A47-B6F0-F3C66583BFFD}" srcId="{8128949E-1DD8-4DE0-A75F-785E676E6E1D}" destId="{F02C219B-3985-4385-8BAC-CEEFD1D6B0D9}" srcOrd="1" destOrd="0" parTransId="{35ACFD92-2894-4362-BD00-F2D79EF0DA3F}" sibTransId="{B4D2EFFA-B085-4439-9486-FB1E3D6D8A0D}"/>
    <dgm:cxn modelId="{CD617F2C-A5B7-425D-A216-F819FC8CD583}" type="presOf" srcId="{F02C219B-3985-4385-8BAC-CEEFD1D6B0D9}" destId="{229CBF27-014A-4607-A1D6-930352F0F0E5}" srcOrd="0" destOrd="0" presId="urn:microsoft.com/office/officeart/2018/2/layout/IconVerticalSolidList"/>
    <dgm:cxn modelId="{AB237B3A-A03A-47C6-9BB1-B704EDB18853}" type="presOf" srcId="{8BADE93D-F56F-49EA-A35F-B5FBA58FB633}" destId="{40815911-19FC-479D-B86B-5221BE3B323F}" srcOrd="0" destOrd="0" presId="urn:microsoft.com/office/officeart/2018/2/layout/IconVerticalSolidList"/>
    <dgm:cxn modelId="{618BE862-3FBC-444C-8C73-09DF3C23BF14}" srcId="{8128949E-1DD8-4DE0-A75F-785E676E6E1D}" destId="{8BADE93D-F56F-49EA-A35F-B5FBA58FB633}" srcOrd="2" destOrd="0" parTransId="{FCFDD463-186A-4F34-B7CD-97FEFEB937D6}" sibTransId="{52C9C4C7-F62A-4487-8235-A4FECF376C73}"/>
    <dgm:cxn modelId="{22F4DF54-118A-4CF4-BB18-07D0A70D06F9}" srcId="{8128949E-1DD8-4DE0-A75F-785E676E6E1D}" destId="{7F74DF95-0252-4F5C-814B-AE59AA1500C7}" srcOrd="4" destOrd="0" parTransId="{4DE416DE-DFEF-4C9F-B36E-9386A12FE7A0}" sibTransId="{0BC8AC21-CA5E-4301-B409-32FBB61BAD78}"/>
    <dgm:cxn modelId="{B1D8EF7B-B392-470E-9C6E-65D58C08B1F1}" type="presOf" srcId="{704751CF-9EAE-4D78-BD7F-C284B53D87FB}" destId="{7573CB98-A4C2-4195-986C-D2E50CFA99E2}" srcOrd="0" destOrd="0" presId="urn:microsoft.com/office/officeart/2018/2/layout/IconVerticalSolidList"/>
    <dgm:cxn modelId="{087309B0-B194-4C31-9969-99ACB8C9DE6C}" type="presOf" srcId="{7F74DF95-0252-4F5C-814B-AE59AA1500C7}" destId="{87DDB72A-F6E7-47F3-BCBE-C55B919AEE92}" srcOrd="0" destOrd="0" presId="urn:microsoft.com/office/officeart/2018/2/layout/IconVerticalSolidList"/>
    <dgm:cxn modelId="{6FB54DC4-033A-47A8-93A1-79ADD0C16E33}" srcId="{8128949E-1DD8-4DE0-A75F-785E676E6E1D}" destId="{704751CF-9EAE-4D78-BD7F-C284B53D87FB}" srcOrd="0" destOrd="0" parTransId="{562F436A-AF02-45D6-8434-2B66EC9C2FAA}" sibTransId="{8F6FD103-AC7E-4434-80E9-98DC9D515571}"/>
    <dgm:cxn modelId="{49BBFDD9-8BF4-4F90-AED0-D2B2D3D9EFE4}" srcId="{8128949E-1DD8-4DE0-A75F-785E676E6E1D}" destId="{60A3C0FF-76FC-410B-97B8-BB5459A6B071}" srcOrd="3" destOrd="0" parTransId="{CC478F28-2361-4095-8802-A5CC8BB33A50}" sibTransId="{ECAB2792-2D25-419F-852A-A4CED4B0A6C4}"/>
    <dgm:cxn modelId="{4608F1FB-C56F-4C43-8F69-7CDC6F32E644}" type="presOf" srcId="{8128949E-1DD8-4DE0-A75F-785E676E6E1D}" destId="{AC03272E-8F9E-4807-AE12-157F821A8DC9}" srcOrd="0" destOrd="0" presId="urn:microsoft.com/office/officeart/2018/2/layout/IconVerticalSolidList"/>
    <dgm:cxn modelId="{29A2A678-89E7-4595-8A59-F1075F33CA0E}" type="presParOf" srcId="{AC03272E-8F9E-4807-AE12-157F821A8DC9}" destId="{1D44A20A-595B-4DBB-BB02-207D24D0F988}" srcOrd="0" destOrd="0" presId="urn:microsoft.com/office/officeart/2018/2/layout/IconVerticalSolidList"/>
    <dgm:cxn modelId="{67A4004E-BF2F-4FC9-AAEB-8EFDB29F5FAD}" type="presParOf" srcId="{1D44A20A-595B-4DBB-BB02-207D24D0F988}" destId="{364CA8EE-23B6-495D-A681-1A886523FE3D}" srcOrd="0" destOrd="0" presId="urn:microsoft.com/office/officeart/2018/2/layout/IconVerticalSolidList"/>
    <dgm:cxn modelId="{EB7EE956-6E67-473B-9F0A-AC53AF55DDDB}" type="presParOf" srcId="{1D44A20A-595B-4DBB-BB02-207D24D0F988}" destId="{8A693FA1-6EA4-4D37-B3AA-1B5A489AECA1}" srcOrd="1" destOrd="0" presId="urn:microsoft.com/office/officeart/2018/2/layout/IconVerticalSolidList"/>
    <dgm:cxn modelId="{0445B505-C0DA-4642-BF93-2779AF92E803}" type="presParOf" srcId="{1D44A20A-595B-4DBB-BB02-207D24D0F988}" destId="{70F42805-85E0-439F-9E8C-FEEA02828E9B}" srcOrd="2" destOrd="0" presId="urn:microsoft.com/office/officeart/2018/2/layout/IconVerticalSolidList"/>
    <dgm:cxn modelId="{CF9AD182-7D0C-47BC-A490-6596F9489A17}" type="presParOf" srcId="{1D44A20A-595B-4DBB-BB02-207D24D0F988}" destId="{7573CB98-A4C2-4195-986C-D2E50CFA99E2}" srcOrd="3" destOrd="0" presId="urn:microsoft.com/office/officeart/2018/2/layout/IconVerticalSolidList"/>
    <dgm:cxn modelId="{5F9C8175-003C-42D1-90CE-85430E09D743}" type="presParOf" srcId="{AC03272E-8F9E-4807-AE12-157F821A8DC9}" destId="{FAF1A780-369B-40AE-B6ED-5843648518CD}" srcOrd="1" destOrd="0" presId="urn:microsoft.com/office/officeart/2018/2/layout/IconVerticalSolidList"/>
    <dgm:cxn modelId="{7BDDB132-F0BA-49A3-A471-1B6D35068A8B}" type="presParOf" srcId="{AC03272E-8F9E-4807-AE12-157F821A8DC9}" destId="{0EF2DF33-2384-45B1-9826-A03FAE770338}" srcOrd="2" destOrd="0" presId="urn:microsoft.com/office/officeart/2018/2/layout/IconVerticalSolidList"/>
    <dgm:cxn modelId="{20F0D86A-5226-49C0-9065-09112A0CB3EE}" type="presParOf" srcId="{0EF2DF33-2384-45B1-9826-A03FAE770338}" destId="{B8E4E9C2-1EB3-49C4-B8A5-D682952B037C}" srcOrd="0" destOrd="0" presId="urn:microsoft.com/office/officeart/2018/2/layout/IconVerticalSolidList"/>
    <dgm:cxn modelId="{1EA01C96-6647-4FA2-A1BE-94D8966BCFF8}" type="presParOf" srcId="{0EF2DF33-2384-45B1-9826-A03FAE770338}" destId="{7FE724ED-27E2-4864-8AB2-580C0EB44671}" srcOrd="1" destOrd="0" presId="urn:microsoft.com/office/officeart/2018/2/layout/IconVerticalSolidList"/>
    <dgm:cxn modelId="{28604067-31A9-42E8-85DC-C1301F792808}" type="presParOf" srcId="{0EF2DF33-2384-45B1-9826-A03FAE770338}" destId="{8449F773-2169-4188-B90A-3AB0CEABEB1C}" srcOrd="2" destOrd="0" presId="urn:microsoft.com/office/officeart/2018/2/layout/IconVerticalSolidList"/>
    <dgm:cxn modelId="{F7970605-B487-4716-A5B9-7C1A76E2C105}" type="presParOf" srcId="{0EF2DF33-2384-45B1-9826-A03FAE770338}" destId="{229CBF27-014A-4607-A1D6-930352F0F0E5}" srcOrd="3" destOrd="0" presId="urn:microsoft.com/office/officeart/2018/2/layout/IconVerticalSolidList"/>
    <dgm:cxn modelId="{BCBF38C7-56C9-4150-9C46-310DBAA5058D}" type="presParOf" srcId="{AC03272E-8F9E-4807-AE12-157F821A8DC9}" destId="{2FB1384F-5959-4A80-9D6D-179E54644A0F}" srcOrd="3" destOrd="0" presId="urn:microsoft.com/office/officeart/2018/2/layout/IconVerticalSolidList"/>
    <dgm:cxn modelId="{124B3DAC-E1F6-43F8-97E4-8D025120F195}" type="presParOf" srcId="{AC03272E-8F9E-4807-AE12-157F821A8DC9}" destId="{05ED2519-E09B-4024-BDF4-F781D4E59BCA}" srcOrd="4" destOrd="0" presId="urn:microsoft.com/office/officeart/2018/2/layout/IconVerticalSolidList"/>
    <dgm:cxn modelId="{660F1B19-70C5-4607-B03A-D5619D0F2D28}" type="presParOf" srcId="{05ED2519-E09B-4024-BDF4-F781D4E59BCA}" destId="{A2D744CB-D330-459E-BED4-06FF9EC6E25B}" srcOrd="0" destOrd="0" presId="urn:microsoft.com/office/officeart/2018/2/layout/IconVerticalSolidList"/>
    <dgm:cxn modelId="{300D4E1B-9CE6-44D8-8CEE-470077A48DE4}" type="presParOf" srcId="{05ED2519-E09B-4024-BDF4-F781D4E59BCA}" destId="{BD3B74C0-C95C-4F39-BA5D-E58061A0FEA1}" srcOrd="1" destOrd="0" presId="urn:microsoft.com/office/officeart/2018/2/layout/IconVerticalSolidList"/>
    <dgm:cxn modelId="{E2A3C53E-C7F2-485A-9B6C-1EC8234B7A11}" type="presParOf" srcId="{05ED2519-E09B-4024-BDF4-F781D4E59BCA}" destId="{669B1360-9CCE-4D7D-BCD1-8D9818A6CA21}" srcOrd="2" destOrd="0" presId="urn:microsoft.com/office/officeart/2018/2/layout/IconVerticalSolidList"/>
    <dgm:cxn modelId="{ABE3BD76-1877-4D5B-B47C-CA1B0C0FE4E3}" type="presParOf" srcId="{05ED2519-E09B-4024-BDF4-F781D4E59BCA}" destId="{40815911-19FC-479D-B86B-5221BE3B323F}" srcOrd="3" destOrd="0" presId="urn:microsoft.com/office/officeart/2018/2/layout/IconVerticalSolidList"/>
    <dgm:cxn modelId="{5D2ABD28-F939-40E2-B832-5D31030503F4}" type="presParOf" srcId="{AC03272E-8F9E-4807-AE12-157F821A8DC9}" destId="{D4044A9B-2226-4898-9536-B5E2FCF7F71A}" srcOrd="5" destOrd="0" presId="urn:microsoft.com/office/officeart/2018/2/layout/IconVerticalSolidList"/>
    <dgm:cxn modelId="{B3F88FE4-199A-4AB4-AB53-1DCFCA3B6476}" type="presParOf" srcId="{AC03272E-8F9E-4807-AE12-157F821A8DC9}" destId="{DD277161-6327-4113-ACB0-F1045DFAB0B8}" srcOrd="6" destOrd="0" presId="urn:microsoft.com/office/officeart/2018/2/layout/IconVerticalSolidList"/>
    <dgm:cxn modelId="{C99EDE09-CA88-4F07-8431-72AC62208981}" type="presParOf" srcId="{DD277161-6327-4113-ACB0-F1045DFAB0B8}" destId="{B69057EA-0BF4-471B-A32B-E66E273F16E8}" srcOrd="0" destOrd="0" presId="urn:microsoft.com/office/officeart/2018/2/layout/IconVerticalSolidList"/>
    <dgm:cxn modelId="{B0622676-9921-45E9-8168-29E7E21D45BC}" type="presParOf" srcId="{DD277161-6327-4113-ACB0-F1045DFAB0B8}" destId="{E48004DE-EF4A-44C4-AB80-C873CEC7FD12}" srcOrd="1" destOrd="0" presId="urn:microsoft.com/office/officeart/2018/2/layout/IconVerticalSolidList"/>
    <dgm:cxn modelId="{424A27E6-683B-40F9-B627-01EB59296419}" type="presParOf" srcId="{DD277161-6327-4113-ACB0-F1045DFAB0B8}" destId="{B3A06B8C-9067-4CAC-8491-318CDE9A2616}" srcOrd="2" destOrd="0" presId="urn:microsoft.com/office/officeart/2018/2/layout/IconVerticalSolidList"/>
    <dgm:cxn modelId="{A818B8BC-BB67-4B42-A570-83EB8D40D2AD}" type="presParOf" srcId="{DD277161-6327-4113-ACB0-F1045DFAB0B8}" destId="{0153AFFA-D5D1-4A91-A9D0-BAB87708BC47}" srcOrd="3" destOrd="0" presId="urn:microsoft.com/office/officeart/2018/2/layout/IconVerticalSolidList"/>
    <dgm:cxn modelId="{B48DBD5B-4557-4597-BE84-4D7C7818C4C2}" type="presParOf" srcId="{AC03272E-8F9E-4807-AE12-157F821A8DC9}" destId="{0A1A6369-9904-4686-9122-8FA8FC2124C4}" srcOrd="7" destOrd="0" presId="urn:microsoft.com/office/officeart/2018/2/layout/IconVerticalSolidList"/>
    <dgm:cxn modelId="{6FDDB3AE-1764-4E2E-85E5-E06AB713C729}" type="presParOf" srcId="{AC03272E-8F9E-4807-AE12-157F821A8DC9}" destId="{E67D1834-256C-4A07-BAB9-2968EAACDF6F}" srcOrd="8" destOrd="0" presId="urn:microsoft.com/office/officeart/2018/2/layout/IconVerticalSolidList"/>
    <dgm:cxn modelId="{FD70B7E9-85DA-4B9C-A88F-80A841F34C16}" type="presParOf" srcId="{E67D1834-256C-4A07-BAB9-2968EAACDF6F}" destId="{6FED4065-0B71-4D8B-ABAF-ED001CE5853B}" srcOrd="0" destOrd="0" presId="urn:microsoft.com/office/officeart/2018/2/layout/IconVerticalSolidList"/>
    <dgm:cxn modelId="{45FA6269-AE87-486C-9E7C-44B24E6DC616}" type="presParOf" srcId="{E67D1834-256C-4A07-BAB9-2968EAACDF6F}" destId="{CD1F7E69-5409-4622-998C-221FCAE6995F}" srcOrd="1" destOrd="0" presId="urn:microsoft.com/office/officeart/2018/2/layout/IconVerticalSolidList"/>
    <dgm:cxn modelId="{9334FF48-A2AA-4D80-98AC-BE90F3A25217}" type="presParOf" srcId="{E67D1834-256C-4A07-BAB9-2968EAACDF6F}" destId="{24CECE39-8223-4EA2-985A-6415F3B849BA}" srcOrd="2" destOrd="0" presId="urn:microsoft.com/office/officeart/2018/2/layout/IconVerticalSolidList"/>
    <dgm:cxn modelId="{AA9A12CC-C014-4054-9C5A-50C2BAC0916E}" type="presParOf" srcId="{E67D1834-256C-4A07-BAB9-2968EAACDF6F}" destId="{87DDB72A-F6E7-47F3-BCBE-C55B919AEE9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3E9FC2-15AC-44EF-8354-710CD8A082A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836C7E3-ED77-4AE2-B98D-C614B67E7694}">
      <dgm:prSet/>
      <dgm:spPr/>
      <dgm:t>
        <a:bodyPr/>
        <a:lstStyle/>
        <a:p>
          <a:pPr algn="l" rtl="0">
            <a:lnSpc>
              <a:spcPct val="100000"/>
            </a:lnSpc>
          </a:pPr>
          <a:r>
            <a:rPr lang="en-US" b="1" i="0">
              <a:latin typeface="Aptos"/>
            </a:rPr>
            <a:t>Data</a:t>
          </a:r>
          <a:r>
            <a:rPr lang="en-US" b="0" i="0">
              <a:latin typeface="Aptos"/>
            </a:rPr>
            <a:t> is </a:t>
          </a:r>
          <a:r>
            <a:rPr lang="en-US" b="1" i="0">
              <a:latin typeface="Aptos"/>
            </a:rPr>
            <a:t>information collected through observation, measurement,or facts</a:t>
          </a:r>
          <a:r>
            <a:rPr lang="en-US" b="0" i="0">
              <a:latin typeface="Aptos"/>
            </a:rPr>
            <a:t>, used for </a:t>
          </a:r>
          <a:r>
            <a:rPr lang="en-US" b="1" i="0">
              <a:latin typeface="Aptos"/>
            </a:rPr>
            <a:t>reference, analysis, or research</a:t>
          </a:r>
          <a:r>
            <a:rPr lang="en-US" b="0" i="0">
              <a:latin typeface="Aptos"/>
            </a:rPr>
            <a:t>. </a:t>
          </a:r>
        </a:p>
      </dgm:t>
    </dgm:pt>
    <dgm:pt modelId="{46228F96-C4D2-40C4-A43C-68A36E91422F}" type="parTrans" cxnId="{FC7D81AD-98E1-4444-BA35-3E3FDA03B149}">
      <dgm:prSet/>
      <dgm:spPr/>
      <dgm:t>
        <a:bodyPr/>
        <a:lstStyle/>
        <a:p>
          <a:endParaRPr lang="en-US"/>
        </a:p>
      </dgm:t>
    </dgm:pt>
    <dgm:pt modelId="{4A5F4A26-BD2E-4A12-828E-41DD00746D5A}" type="sibTrans" cxnId="{FC7D81AD-98E1-4444-BA35-3E3FDA03B149}">
      <dgm:prSet/>
      <dgm:spPr/>
      <dgm:t>
        <a:bodyPr/>
        <a:lstStyle/>
        <a:p>
          <a:endParaRPr lang="en-US"/>
        </a:p>
      </dgm:t>
    </dgm:pt>
    <dgm:pt modelId="{05825C09-79D0-46AE-885E-3EDD387CA64E}">
      <dgm:prSet phldr="0"/>
      <dgm:spPr/>
      <dgm:t>
        <a:bodyPr/>
        <a:lstStyle/>
        <a:p>
          <a:pPr>
            <a:lnSpc>
              <a:spcPct val="100000"/>
            </a:lnSpc>
          </a:pPr>
          <a:endParaRPr lang="en-US">
            <a:latin typeface="Aptos Display"/>
          </a:endParaRPr>
        </a:p>
      </dgm:t>
    </dgm:pt>
    <dgm:pt modelId="{B0C04BC8-3700-438A-B090-8BDAAE687AA5}" type="parTrans" cxnId="{349C5E1A-E95E-4466-BD00-E4D7B286DE43}">
      <dgm:prSet/>
      <dgm:spPr/>
      <dgm:t>
        <a:bodyPr/>
        <a:lstStyle/>
        <a:p>
          <a:endParaRPr lang="en-GB"/>
        </a:p>
      </dgm:t>
    </dgm:pt>
    <dgm:pt modelId="{26ED22E7-B59E-4E8C-BA8A-C3796C614BB3}" type="sibTrans" cxnId="{349C5E1A-E95E-4466-BD00-E4D7B286DE43}">
      <dgm:prSet/>
      <dgm:spPr/>
      <dgm:t>
        <a:bodyPr/>
        <a:lstStyle/>
        <a:p>
          <a:endParaRPr lang="en-GB"/>
        </a:p>
      </dgm:t>
    </dgm:pt>
    <dgm:pt modelId="{F6713BAE-B0E9-4E33-847C-DF8D5BA49B5F}" type="pres">
      <dgm:prSet presAssocID="{903E9FC2-15AC-44EF-8354-710CD8A082A4}" presName="root" presStyleCnt="0">
        <dgm:presLayoutVars>
          <dgm:dir/>
          <dgm:resizeHandles val="exact"/>
        </dgm:presLayoutVars>
      </dgm:prSet>
      <dgm:spPr/>
    </dgm:pt>
    <dgm:pt modelId="{5AB0A10A-8A3C-446B-B864-F332F48F102B}" type="pres">
      <dgm:prSet presAssocID="{F836C7E3-ED77-4AE2-B98D-C614B67E7694}" presName="compNode" presStyleCnt="0"/>
      <dgm:spPr/>
    </dgm:pt>
    <dgm:pt modelId="{FCDE8CBF-9DA2-45BE-970C-AD2C96FB633B}" type="pres">
      <dgm:prSet presAssocID="{F836C7E3-ED77-4AE2-B98D-C614B67E7694}" presName="bgRect" presStyleLbl="bgShp" presStyleIdx="0" presStyleCnt="2"/>
      <dgm:spPr/>
    </dgm:pt>
    <dgm:pt modelId="{C859B564-0A09-4EB0-9492-805084737295}" type="pres">
      <dgm:prSet presAssocID="{F836C7E3-ED77-4AE2-B98D-C614B67E769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0F3B03F6-6A8A-4370-884C-557E65257CD3}" type="pres">
      <dgm:prSet presAssocID="{F836C7E3-ED77-4AE2-B98D-C614B67E7694}" presName="spaceRect" presStyleCnt="0"/>
      <dgm:spPr/>
    </dgm:pt>
    <dgm:pt modelId="{1B7D1DCF-9359-4828-86C9-0150F6F69F1E}" type="pres">
      <dgm:prSet presAssocID="{F836C7E3-ED77-4AE2-B98D-C614B67E7694}" presName="parTx" presStyleLbl="revTx" presStyleIdx="0" presStyleCnt="2">
        <dgm:presLayoutVars>
          <dgm:chMax val="0"/>
          <dgm:chPref val="0"/>
        </dgm:presLayoutVars>
      </dgm:prSet>
      <dgm:spPr/>
    </dgm:pt>
    <dgm:pt modelId="{EDCFBEDD-C648-4077-8610-7872220B7365}" type="pres">
      <dgm:prSet presAssocID="{4A5F4A26-BD2E-4A12-828E-41DD00746D5A}" presName="sibTrans" presStyleCnt="0"/>
      <dgm:spPr/>
    </dgm:pt>
    <dgm:pt modelId="{F3814657-0C4E-4467-832F-EF10E23FEF48}" type="pres">
      <dgm:prSet presAssocID="{05825C09-79D0-46AE-885E-3EDD387CA64E}" presName="compNode" presStyleCnt="0"/>
      <dgm:spPr/>
    </dgm:pt>
    <dgm:pt modelId="{E5FFD39F-B9A6-4453-A105-576FE690AA50}" type="pres">
      <dgm:prSet presAssocID="{05825C09-79D0-46AE-885E-3EDD387CA64E}" presName="bgRect" presStyleLbl="bgShp" presStyleIdx="1" presStyleCnt="2"/>
      <dgm:spPr/>
    </dgm:pt>
    <dgm:pt modelId="{1BE72EF1-E221-4C77-9D90-A31AAF294434}" type="pres">
      <dgm:prSet presAssocID="{05825C09-79D0-46AE-885E-3EDD387CA64E}" presName="iconRect" presStyleLbl="node1" presStyleIdx="1" presStyleCnt="2"/>
      <dgm:spPr/>
    </dgm:pt>
    <dgm:pt modelId="{B722BB0C-3A21-4F60-9209-2FBC3B45EFA1}" type="pres">
      <dgm:prSet presAssocID="{05825C09-79D0-46AE-885E-3EDD387CA64E}" presName="spaceRect" presStyleCnt="0"/>
      <dgm:spPr/>
    </dgm:pt>
    <dgm:pt modelId="{A2AA4DC2-6EE8-4F73-A07D-C68AD776BA06}" type="pres">
      <dgm:prSet presAssocID="{05825C09-79D0-46AE-885E-3EDD387CA64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49C5E1A-E95E-4466-BD00-E4D7B286DE43}" srcId="{903E9FC2-15AC-44EF-8354-710CD8A082A4}" destId="{05825C09-79D0-46AE-885E-3EDD387CA64E}" srcOrd="1" destOrd="0" parTransId="{B0C04BC8-3700-438A-B090-8BDAAE687AA5}" sibTransId="{26ED22E7-B59E-4E8C-BA8A-C3796C614BB3}"/>
    <dgm:cxn modelId="{CD4D6EAD-695D-4765-8088-245CBD494F1D}" type="presOf" srcId="{F836C7E3-ED77-4AE2-B98D-C614B67E7694}" destId="{1B7D1DCF-9359-4828-86C9-0150F6F69F1E}" srcOrd="0" destOrd="0" presId="urn:microsoft.com/office/officeart/2018/2/layout/IconVerticalSolidList"/>
    <dgm:cxn modelId="{FC7D81AD-98E1-4444-BA35-3E3FDA03B149}" srcId="{903E9FC2-15AC-44EF-8354-710CD8A082A4}" destId="{F836C7E3-ED77-4AE2-B98D-C614B67E7694}" srcOrd="0" destOrd="0" parTransId="{46228F96-C4D2-40C4-A43C-68A36E91422F}" sibTransId="{4A5F4A26-BD2E-4A12-828E-41DD00746D5A}"/>
    <dgm:cxn modelId="{658B29BB-24FB-48A4-A188-DC6734BA9A58}" type="presOf" srcId="{05825C09-79D0-46AE-885E-3EDD387CA64E}" destId="{A2AA4DC2-6EE8-4F73-A07D-C68AD776BA06}" srcOrd="0" destOrd="0" presId="urn:microsoft.com/office/officeart/2018/2/layout/IconVerticalSolidList"/>
    <dgm:cxn modelId="{6BA5A1E4-6160-46D2-9E37-21ABE6C45D4C}" type="presOf" srcId="{903E9FC2-15AC-44EF-8354-710CD8A082A4}" destId="{F6713BAE-B0E9-4E33-847C-DF8D5BA49B5F}" srcOrd="0" destOrd="0" presId="urn:microsoft.com/office/officeart/2018/2/layout/IconVerticalSolidList"/>
    <dgm:cxn modelId="{F54559BA-006E-41FE-B4B0-2ABD73495F3C}" type="presParOf" srcId="{F6713BAE-B0E9-4E33-847C-DF8D5BA49B5F}" destId="{5AB0A10A-8A3C-446B-B864-F332F48F102B}" srcOrd="0" destOrd="0" presId="urn:microsoft.com/office/officeart/2018/2/layout/IconVerticalSolidList"/>
    <dgm:cxn modelId="{8C98FBFA-932E-46D4-8313-D5040B2C22D8}" type="presParOf" srcId="{5AB0A10A-8A3C-446B-B864-F332F48F102B}" destId="{FCDE8CBF-9DA2-45BE-970C-AD2C96FB633B}" srcOrd="0" destOrd="0" presId="urn:microsoft.com/office/officeart/2018/2/layout/IconVerticalSolidList"/>
    <dgm:cxn modelId="{96D8ABCA-1FB3-4324-92CB-18CABA532C14}" type="presParOf" srcId="{5AB0A10A-8A3C-446B-B864-F332F48F102B}" destId="{C859B564-0A09-4EB0-9492-805084737295}" srcOrd="1" destOrd="0" presId="urn:microsoft.com/office/officeart/2018/2/layout/IconVerticalSolidList"/>
    <dgm:cxn modelId="{5061D202-9604-4816-B073-C07E89EE61CB}" type="presParOf" srcId="{5AB0A10A-8A3C-446B-B864-F332F48F102B}" destId="{0F3B03F6-6A8A-4370-884C-557E65257CD3}" srcOrd="2" destOrd="0" presId="urn:microsoft.com/office/officeart/2018/2/layout/IconVerticalSolidList"/>
    <dgm:cxn modelId="{B3E48F51-8F32-4BA1-B4DB-E902D9ECA045}" type="presParOf" srcId="{5AB0A10A-8A3C-446B-B864-F332F48F102B}" destId="{1B7D1DCF-9359-4828-86C9-0150F6F69F1E}" srcOrd="3" destOrd="0" presId="urn:microsoft.com/office/officeart/2018/2/layout/IconVerticalSolidList"/>
    <dgm:cxn modelId="{B36DAAD5-790A-4CD1-AD62-29578BE238CE}" type="presParOf" srcId="{F6713BAE-B0E9-4E33-847C-DF8D5BA49B5F}" destId="{EDCFBEDD-C648-4077-8610-7872220B7365}" srcOrd="1" destOrd="0" presId="urn:microsoft.com/office/officeart/2018/2/layout/IconVerticalSolidList"/>
    <dgm:cxn modelId="{401A1C89-E08A-4A25-B2B8-ECF10901460D}" type="presParOf" srcId="{F6713BAE-B0E9-4E33-847C-DF8D5BA49B5F}" destId="{F3814657-0C4E-4467-832F-EF10E23FEF48}" srcOrd="2" destOrd="0" presId="urn:microsoft.com/office/officeart/2018/2/layout/IconVerticalSolidList"/>
    <dgm:cxn modelId="{69B467C8-3A6A-4DE9-9183-92A0421ABA47}" type="presParOf" srcId="{F3814657-0C4E-4467-832F-EF10E23FEF48}" destId="{E5FFD39F-B9A6-4453-A105-576FE690AA50}" srcOrd="0" destOrd="0" presId="urn:microsoft.com/office/officeart/2018/2/layout/IconVerticalSolidList"/>
    <dgm:cxn modelId="{5C75761A-DD62-4FD3-902B-CC7DB0314833}" type="presParOf" srcId="{F3814657-0C4E-4467-832F-EF10E23FEF48}" destId="{1BE72EF1-E221-4C77-9D90-A31AAF294434}" srcOrd="1" destOrd="0" presId="urn:microsoft.com/office/officeart/2018/2/layout/IconVerticalSolidList"/>
    <dgm:cxn modelId="{1F2D3E44-EE97-460D-815A-7ED8970D7959}" type="presParOf" srcId="{F3814657-0C4E-4467-832F-EF10E23FEF48}" destId="{B722BB0C-3A21-4F60-9209-2FBC3B45EFA1}" srcOrd="2" destOrd="0" presId="urn:microsoft.com/office/officeart/2018/2/layout/IconVerticalSolidList"/>
    <dgm:cxn modelId="{D41532D2-5A32-4F8A-ACD9-948E4606BFAB}" type="presParOf" srcId="{F3814657-0C4E-4467-832F-EF10E23FEF48}" destId="{A2AA4DC2-6EE8-4F73-A07D-C68AD776BA0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03E9FC2-15AC-44EF-8354-710CD8A082A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836C7E3-ED77-4AE2-B98D-C614B67E7694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b="1" i="0" dirty="0">
              <a:latin typeface="Aptos"/>
            </a:rPr>
            <a:t>Data</a:t>
          </a:r>
          <a:r>
            <a:rPr lang="en-US" b="0" i="0" dirty="0">
              <a:latin typeface="Aptos"/>
            </a:rPr>
            <a:t> is </a:t>
          </a:r>
          <a:r>
            <a:rPr lang="en-US" b="1" i="0" dirty="0">
              <a:latin typeface="Aptos"/>
            </a:rPr>
            <a:t>information collected through observation, measurement, or facts</a:t>
          </a:r>
          <a:r>
            <a:rPr lang="en-US" b="0" i="0" dirty="0">
              <a:latin typeface="Aptos"/>
            </a:rPr>
            <a:t>, used for </a:t>
          </a:r>
          <a:r>
            <a:rPr lang="en-US" b="1" i="0" dirty="0">
              <a:latin typeface="Aptos"/>
            </a:rPr>
            <a:t>reference, analysis, or research</a:t>
          </a:r>
          <a:r>
            <a:rPr lang="en-US" b="0" i="0" dirty="0">
              <a:latin typeface="Aptos"/>
            </a:rPr>
            <a:t>. </a:t>
          </a:r>
        </a:p>
      </dgm:t>
    </dgm:pt>
    <dgm:pt modelId="{46228F96-C4D2-40C4-A43C-68A36E91422F}" type="parTrans" cxnId="{FC7D81AD-98E1-4444-BA35-3E3FDA03B149}">
      <dgm:prSet/>
      <dgm:spPr/>
      <dgm:t>
        <a:bodyPr/>
        <a:lstStyle/>
        <a:p>
          <a:endParaRPr lang="en-US"/>
        </a:p>
      </dgm:t>
    </dgm:pt>
    <dgm:pt modelId="{4A5F4A26-BD2E-4A12-828E-41DD00746D5A}" type="sibTrans" cxnId="{FC7D81AD-98E1-4444-BA35-3E3FDA03B149}">
      <dgm:prSet/>
      <dgm:spPr/>
      <dgm:t>
        <a:bodyPr/>
        <a:lstStyle/>
        <a:p>
          <a:endParaRPr lang="en-US"/>
        </a:p>
      </dgm:t>
    </dgm:pt>
    <dgm:pt modelId="{CEF26BCB-C730-49A2-9804-64AA96E19B66}">
      <dgm:prSet phldrT="[Text]" phldr="0"/>
      <dgm:spPr/>
      <dgm:t>
        <a:bodyPr/>
        <a:lstStyle/>
        <a:p>
          <a:pPr rtl="0">
            <a:lnSpc>
              <a:spcPct val="100000"/>
            </a:lnSpc>
          </a:pPr>
          <a:r>
            <a:rPr lang="en-US" sz="2400" dirty="0">
              <a:latin typeface="Calibri"/>
              <a:ea typeface="Calibri"/>
              <a:cs typeface="Calibri"/>
            </a:rPr>
            <a:t>It represents raw inputs that, when structured and interpreted, form the basis of knowledge and decision-making</a:t>
          </a:r>
        </a:p>
      </dgm:t>
    </dgm:pt>
    <dgm:pt modelId="{FEA60081-E5C0-451D-A177-6EA4EDC0ABFA}" type="parTrans" cxnId="{69B2EA50-3567-44D3-8426-E938471EE1AA}">
      <dgm:prSet/>
      <dgm:spPr/>
    </dgm:pt>
    <dgm:pt modelId="{4A144A2E-FED2-45D1-BAA8-20AAC9AC61D6}" type="sibTrans" cxnId="{69B2EA50-3567-44D3-8426-E938471EE1AA}">
      <dgm:prSet/>
      <dgm:spPr/>
    </dgm:pt>
    <dgm:pt modelId="{F6713BAE-B0E9-4E33-847C-DF8D5BA49B5F}" type="pres">
      <dgm:prSet presAssocID="{903E9FC2-15AC-44EF-8354-710CD8A082A4}" presName="root" presStyleCnt="0">
        <dgm:presLayoutVars>
          <dgm:dir/>
          <dgm:resizeHandles val="exact"/>
        </dgm:presLayoutVars>
      </dgm:prSet>
      <dgm:spPr/>
    </dgm:pt>
    <dgm:pt modelId="{5AB0A10A-8A3C-446B-B864-F332F48F102B}" type="pres">
      <dgm:prSet presAssocID="{F836C7E3-ED77-4AE2-B98D-C614B67E7694}" presName="compNode" presStyleCnt="0"/>
      <dgm:spPr/>
    </dgm:pt>
    <dgm:pt modelId="{FCDE8CBF-9DA2-45BE-970C-AD2C96FB633B}" type="pres">
      <dgm:prSet presAssocID="{F836C7E3-ED77-4AE2-B98D-C614B67E7694}" presName="bgRect" presStyleLbl="bgShp" presStyleIdx="0" presStyleCnt="2"/>
      <dgm:spPr/>
    </dgm:pt>
    <dgm:pt modelId="{C859B564-0A09-4EB0-9492-805084737295}" type="pres">
      <dgm:prSet presAssocID="{F836C7E3-ED77-4AE2-B98D-C614B67E769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0F3B03F6-6A8A-4370-884C-557E65257CD3}" type="pres">
      <dgm:prSet presAssocID="{F836C7E3-ED77-4AE2-B98D-C614B67E7694}" presName="spaceRect" presStyleCnt="0"/>
      <dgm:spPr/>
    </dgm:pt>
    <dgm:pt modelId="{1B7D1DCF-9359-4828-86C9-0150F6F69F1E}" type="pres">
      <dgm:prSet presAssocID="{F836C7E3-ED77-4AE2-B98D-C614B67E7694}" presName="parTx" presStyleLbl="revTx" presStyleIdx="0" presStyleCnt="2">
        <dgm:presLayoutVars>
          <dgm:chMax val="0"/>
          <dgm:chPref val="0"/>
        </dgm:presLayoutVars>
      </dgm:prSet>
      <dgm:spPr/>
    </dgm:pt>
    <dgm:pt modelId="{EDCFBEDD-C648-4077-8610-7872220B7365}" type="pres">
      <dgm:prSet presAssocID="{4A5F4A26-BD2E-4A12-828E-41DD00746D5A}" presName="sibTrans" presStyleCnt="0"/>
      <dgm:spPr/>
    </dgm:pt>
    <dgm:pt modelId="{34DAF057-B36A-4E72-AD22-194093F8239B}" type="pres">
      <dgm:prSet presAssocID="{CEF26BCB-C730-49A2-9804-64AA96E19B66}" presName="compNode" presStyleCnt="0"/>
      <dgm:spPr/>
    </dgm:pt>
    <dgm:pt modelId="{FB06EF18-71F8-485E-9BFC-5E6C5CBBC509}" type="pres">
      <dgm:prSet presAssocID="{CEF26BCB-C730-49A2-9804-64AA96E19B66}" presName="bgRect" presStyleLbl="bgShp" presStyleIdx="1" presStyleCnt="2"/>
      <dgm:spPr/>
    </dgm:pt>
    <dgm:pt modelId="{CCBC22AB-32E9-4D5F-B872-1E76B7FFFBC4}" type="pres">
      <dgm:prSet presAssocID="{CEF26BCB-C730-49A2-9804-64AA96E19B66}" presName="iconRect" presStyleLbl="node1" presStyleIdx="1" presStyleCnt="2"/>
      <dgm:spPr/>
    </dgm:pt>
    <dgm:pt modelId="{7AC09C26-5507-4C84-9D9F-061C5EE9341D}" type="pres">
      <dgm:prSet presAssocID="{CEF26BCB-C730-49A2-9804-64AA96E19B66}" presName="spaceRect" presStyleCnt="0"/>
      <dgm:spPr/>
    </dgm:pt>
    <dgm:pt modelId="{7098ACFB-CB1E-46B1-9E4E-9585CC6E4EAD}" type="pres">
      <dgm:prSet presAssocID="{CEF26BCB-C730-49A2-9804-64AA96E19B6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9B2EA50-3567-44D3-8426-E938471EE1AA}" srcId="{903E9FC2-15AC-44EF-8354-710CD8A082A4}" destId="{CEF26BCB-C730-49A2-9804-64AA96E19B66}" srcOrd="1" destOrd="0" parTransId="{FEA60081-E5C0-451D-A177-6EA4EDC0ABFA}" sibTransId="{4A144A2E-FED2-45D1-BAA8-20AAC9AC61D6}"/>
    <dgm:cxn modelId="{01101D82-0AEA-406B-BB3F-45EEC7CC1923}" type="presOf" srcId="{F836C7E3-ED77-4AE2-B98D-C614B67E7694}" destId="{1B7D1DCF-9359-4828-86C9-0150F6F69F1E}" srcOrd="0" destOrd="0" presId="urn:microsoft.com/office/officeart/2018/2/layout/IconVerticalSolidList"/>
    <dgm:cxn modelId="{D1595795-CE16-43B2-9DF8-53BD138678D8}" type="presOf" srcId="{CEF26BCB-C730-49A2-9804-64AA96E19B66}" destId="{7098ACFB-CB1E-46B1-9E4E-9585CC6E4EAD}" srcOrd="0" destOrd="0" presId="urn:microsoft.com/office/officeart/2018/2/layout/IconVerticalSolidList"/>
    <dgm:cxn modelId="{FC7D81AD-98E1-4444-BA35-3E3FDA03B149}" srcId="{903E9FC2-15AC-44EF-8354-710CD8A082A4}" destId="{F836C7E3-ED77-4AE2-B98D-C614B67E7694}" srcOrd="0" destOrd="0" parTransId="{46228F96-C4D2-40C4-A43C-68A36E91422F}" sibTransId="{4A5F4A26-BD2E-4A12-828E-41DD00746D5A}"/>
    <dgm:cxn modelId="{6BA5A1E4-6160-46D2-9E37-21ABE6C45D4C}" type="presOf" srcId="{903E9FC2-15AC-44EF-8354-710CD8A082A4}" destId="{F6713BAE-B0E9-4E33-847C-DF8D5BA49B5F}" srcOrd="0" destOrd="0" presId="urn:microsoft.com/office/officeart/2018/2/layout/IconVerticalSolidList"/>
    <dgm:cxn modelId="{FBB491CC-BE75-4D5D-AADE-9E56C4BC0881}" type="presParOf" srcId="{F6713BAE-B0E9-4E33-847C-DF8D5BA49B5F}" destId="{5AB0A10A-8A3C-446B-B864-F332F48F102B}" srcOrd="0" destOrd="0" presId="urn:microsoft.com/office/officeart/2018/2/layout/IconVerticalSolidList"/>
    <dgm:cxn modelId="{88C888CE-0D48-4537-A03C-75123220D6A9}" type="presParOf" srcId="{5AB0A10A-8A3C-446B-B864-F332F48F102B}" destId="{FCDE8CBF-9DA2-45BE-970C-AD2C96FB633B}" srcOrd="0" destOrd="0" presId="urn:microsoft.com/office/officeart/2018/2/layout/IconVerticalSolidList"/>
    <dgm:cxn modelId="{1AB37D76-8D01-4B0C-834A-84B721D35F94}" type="presParOf" srcId="{5AB0A10A-8A3C-446B-B864-F332F48F102B}" destId="{C859B564-0A09-4EB0-9492-805084737295}" srcOrd="1" destOrd="0" presId="urn:microsoft.com/office/officeart/2018/2/layout/IconVerticalSolidList"/>
    <dgm:cxn modelId="{4FF3DF87-61B2-4407-AE7B-7FDFFF08EE57}" type="presParOf" srcId="{5AB0A10A-8A3C-446B-B864-F332F48F102B}" destId="{0F3B03F6-6A8A-4370-884C-557E65257CD3}" srcOrd="2" destOrd="0" presId="urn:microsoft.com/office/officeart/2018/2/layout/IconVerticalSolidList"/>
    <dgm:cxn modelId="{895991B5-2603-4A3F-9A8E-45F777F5F33C}" type="presParOf" srcId="{5AB0A10A-8A3C-446B-B864-F332F48F102B}" destId="{1B7D1DCF-9359-4828-86C9-0150F6F69F1E}" srcOrd="3" destOrd="0" presId="urn:microsoft.com/office/officeart/2018/2/layout/IconVerticalSolidList"/>
    <dgm:cxn modelId="{02C15D5C-2788-4CF0-A443-9EA04F323AEC}" type="presParOf" srcId="{F6713BAE-B0E9-4E33-847C-DF8D5BA49B5F}" destId="{EDCFBEDD-C648-4077-8610-7872220B7365}" srcOrd="1" destOrd="0" presId="urn:microsoft.com/office/officeart/2018/2/layout/IconVerticalSolidList"/>
    <dgm:cxn modelId="{7EE7019F-AF86-4CB0-B6BA-77D82154CAB8}" type="presParOf" srcId="{F6713BAE-B0E9-4E33-847C-DF8D5BA49B5F}" destId="{34DAF057-B36A-4E72-AD22-194093F8239B}" srcOrd="2" destOrd="0" presId="urn:microsoft.com/office/officeart/2018/2/layout/IconVerticalSolidList"/>
    <dgm:cxn modelId="{E77DFF8B-0725-4177-909F-C1C9748F0A69}" type="presParOf" srcId="{34DAF057-B36A-4E72-AD22-194093F8239B}" destId="{FB06EF18-71F8-485E-9BFC-5E6C5CBBC509}" srcOrd="0" destOrd="0" presId="urn:microsoft.com/office/officeart/2018/2/layout/IconVerticalSolidList"/>
    <dgm:cxn modelId="{6B2F0FE2-4658-4A22-92E6-182387000742}" type="presParOf" srcId="{34DAF057-B36A-4E72-AD22-194093F8239B}" destId="{CCBC22AB-32E9-4D5F-B872-1E76B7FFFBC4}" srcOrd="1" destOrd="0" presId="urn:microsoft.com/office/officeart/2018/2/layout/IconVerticalSolidList"/>
    <dgm:cxn modelId="{D46D8283-0A81-4662-86EC-7AA5BFE7083A}" type="presParOf" srcId="{34DAF057-B36A-4E72-AD22-194093F8239B}" destId="{7AC09C26-5507-4C84-9D9F-061C5EE9341D}" srcOrd="2" destOrd="0" presId="urn:microsoft.com/office/officeart/2018/2/layout/IconVerticalSolidList"/>
    <dgm:cxn modelId="{F0A15552-B9E6-422F-B39C-514C31D9052B}" type="presParOf" srcId="{34DAF057-B36A-4E72-AD22-194093F8239B}" destId="{7098ACFB-CB1E-46B1-9E4E-9585CC6E4EA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2A1011D-45B5-4B3C-B62E-B99634968EC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1991F5F-3619-4332-B74C-CA97A81FDC0F}">
      <dgm:prSet/>
      <dgm:spPr/>
      <dgm:t>
        <a:bodyPr/>
        <a:lstStyle/>
        <a:p>
          <a:r>
            <a:rPr lang="en-US" b="1" dirty="0"/>
            <a:t>Descriptive Statistics:</a:t>
          </a:r>
        </a:p>
        <a:p>
          <a:r>
            <a:rPr lang="en-US" dirty="0"/>
            <a:t>Summarize data (mean, median, variance).</a:t>
          </a:r>
        </a:p>
      </dgm:t>
    </dgm:pt>
    <dgm:pt modelId="{36B87E25-646C-4718-BE18-AB65104F5879}" type="parTrans" cxnId="{9C69E789-FFDA-44F6-A62E-B0EC4A48F6C0}">
      <dgm:prSet/>
      <dgm:spPr/>
      <dgm:t>
        <a:bodyPr/>
        <a:lstStyle/>
        <a:p>
          <a:endParaRPr lang="en-US"/>
        </a:p>
      </dgm:t>
    </dgm:pt>
    <dgm:pt modelId="{2636ED60-4A95-4169-933B-86CE0642A7EB}" type="sibTrans" cxnId="{9C69E789-FFDA-44F6-A62E-B0EC4A48F6C0}">
      <dgm:prSet/>
      <dgm:spPr/>
      <dgm:t>
        <a:bodyPr/>
        <a:lstStyle/>
        <a:p>
          <a:endParaRPr lang="en-US"/>
        </a:p>
      </dgm:t>
    </dgm:pt>
    <dgm:pt modelId="{11D494CD-2945-4082-98D7-E3B717255942}">
      <dgm:prSet/>
      <dgm:spPr/>
      <dgm:t>
        <a:bodyPr/>
        <a:lstStyle/>
        <a:p>
          <a:r>
            <a:rPr lang="en-US" b="1" dirty="0"/>
            <a:t>Inferential Statistics: </a:t>
          </a:r>
        </a:p>
        <a:p>
          <a:r>
            <a:rPr lang="en-US" dirty="0"/>
            <a:t>Draw conclusions (hypothesis testing, confidence intervals).</a:t>
          </a:r>
        </a:p>
      </dgm:t>
    </dgm:pt>
    <dgm:pt modelId="{7DDB0EB2-F5E7-4D99-97B1-BCE9E9C9DE35}" type="parTrans" cxnId="{0FC1CE0A-A627-47C9-8C4A-B6CFD6C20BF9}">
      <dgm:prSet/>
      <dgm:spPr/>
      <dgm:t>
        <a:bodyPr/>
        <a:lstStyle/>
        <a:p>
          <a:endParaRPr lang="en-US"/>
        </a:p>
      </dgm:t>
    </dgm:pt>
    <dgm:pt modelId="{F6BAF1B7-1D7E-43F0-9E70-BF0380C95E1B}" type="sibTrans" cxnId="{0FC1CE0A-A627-47C9-8C4A-B6CFD6C20BF9}">
      <dgm:prSet/>
      <dgm:spPr/>
      <dgm:t>
        <a:bodyPr/>
        <a:lstStyle/>
        <a:p>
          <a:endParaRPr lang="en-US"/>
        </a:p>
      </dgm:t>
    </dgm:pt>
    <dgm:pt modelId="{78C29FFE-CBDA-4712-81B8-7FF2166D3BC6}" type="pres">
      <dgm:prSet presAssocID="{E2A1011D-45B5-4B3C-B62E-B99634968EC5}" presName="root" presStyleCnt="0">
        <dgm:presLayoutVars>
          <dgm:dir/>
          <dgm:resizeHandles val="exact"/>
        </dgm:presLayoutVars>
      </dgm:prSet>
      <dgm:spPr/>
    </dgm:pt>
    <dgm:pt modelId="{AB8DD9B1-49BD-492E-837A-39BF49D98B74}" type="pres">
      <dgm:prSet presAssocID="{01991F5F-3619-4332-B74C-CA97A81FDC0F}" presName="compNode" presStyleCnt="0"/>
      <dgm:spPr/>
    </dgm:pt>
    <dgm:pt modelId="{8BB263E5-4C73-4AAE-AD17-BE9E2F944300}" type="pres">
      <dgm:prSet presAssocID="{01991F5F-3619-4332-B74C-CA97A81FDC0F}" presName="bgRect" presStyleLbl="bgShp" presStyleIdx="0" presStyleCnt="2"/>
      <dgm:spPr/>
    </dgm:pt>
    <dgm:pt modelId="{1F6EE107-4B5D-421C-8604-6F054BAE6A61}" type="pres">
      <dgm:prSet presAssocID="{01991F5F-3619-4332-B74C-CA97A81FDC0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AFC0E534-6842-43D9-AB9E-E74DC11317D8}" type="pres">
      <dgm:prSet presAssocID="{01991F5F-3619-4332-B74C-CA97A81FDC0F}" presName="spaceRect" presStyleCnt="0"/>
      <dgm:spPr/>
    </dgm:pt>
    <dgm:pt modelId="{0090194B-F8DA-4785-B8C3-3AADDE35A3F8}" type="pres">
      <dgm:prSet presAssocID="{01991F5F-3619-4332-B74C-CA97A81FDC0F}" presName="parTx" presStyleLbl="revTx" presStyleIdx="0" presStyleCnt="2">
        <dgm:presLayoutVars>
          <dgm:chMax val="0"/>
          <dgm:chPref val="0"/>
        </dgm:presLayoutVars>
      </dgm:prSet>
      <dgm:spPr/>
    </dgm:pt>
    <dgm:pt modelId="{4AF72956-F5EE-4320-92B4-CAA542C99A41}" type="pres">
      <dgm:prSet presAssocID="{2636ED60-4A95-4169-933B-86CE0642A7EB}" presName="sibTrans" presStyleCnt="0"/>
      <dgm:spPr/>
    </dgm:pt>
    <dgm:pt modelId="{A6BEFA18-0E01-43E5-96B0-11FB302B4554}" type="pres">
      <dgm:prSet presAssocID="{11D494CD-2945-4082-98D7-E3B717255942}" presName="compNode" presStyleCnt="0"/>
      <dgm:spPr/>
    </dgm:pt>
    <dgm:pt modelId="{68975EAD-67EE-445B-89F1-0F32A41922BE}" type="pres">
      <dgm:prSet presAssocID="{11D494CD-2945-4082-98D7-E3B717255942}" presName="bgRect" presStyleLbl="bgShp" presStyleIdx="1" presStyleCnt="2"/>
      <dgm:spPr/>
    </dgm:pt>
    <dgm:pt modelId="{2012194B-A898-415C-AC08-D294A6FF5637}" type="pres">
      <dgm:prSet presAssocID="{11D494CD-2945-4082-98D7-E3B717255942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78BA88E8-CE6B-475B-B4BE-A050BE6AAB6B}" type="pres">
      <dgm:prSet presAssocID="{11D494CD-2945-4082-98D7-E3B717255942}" presName="spaceRect" presStyleCnt="0"/>
      <dgm:spPr/>
    </dgm:pt>
    <dgm:pt modelId="{1A41E845-764C-4804-916A-6B4D889D524F}" type="pres">
      <dgm:prSet presAssocID="{11D494CD-2945-4082-98D7-E3B717255942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FC1CE0A-A627-47C9-8C4A-B6CFD6C20BF9}" srcId="{E2A1011D-45B5-4B3C-B62E-B99634968EC5}" destId="{11D494CD-2945-4082-98D7-E3B717255942}" srcOrd="1" destOrd="0" parTransId="{7DDB0EB2-F5E7-4D99-97B1-BCE9E9C9DE35}" sibTransId="{F6BAF1B7-1D7E-43F0-9E70-BF0380C95E1B}"/>
    <dgm:cxn modelId="{248AC519-0BB6-4281-B5F9-82C7E13DC450}" type="presOf" srcId="{11D494CD-2945-4082-98D7-E3B717255942}" destId="{1A41E845-764C-4804-916A-6B4D889D524F}" srcOrd="0" destOrd="0" presId="urn:microsoft.com/office/officeart/2018/2/layout/IconVerticalSolidList"/>
    <dgm:cxn modelId="{0B3A9050-7A70-47CB-9EAD-CACD547FDFB1}" type="presOf" srcId="{01991F5F-3619-4332-B74C-CA97A81FDC0F}" destId="{0090194B-F8DA-4785-B8C3-3AADDE35A3F8}" srcOrd="0" destOrd="0" presId="urn:microsoft.com/office/officeart/2018/2/layout/IconVerticalSolidList"/>
    <dgm:cxn modelId="{C615377B-67FB-462F-AD86-CAC8D7599F8C}" type="presOf" srcId="{E2A1011D-45B5-4B3C-B62E-B99634968EC5}" destId="{78C29FFE-CBDA-4712-81B8-7FF2166D3BC6}" srcOrd="0" destOrd="0" presId="urn:microsoft.com/office/officeart/2018/2/layout/IconVerticalSolidList"/>
    <dgm:cxn modelId="{9C69E789-FFDA-44F6-A62E-B0EC4A48F6C0}" srcId="{E2A1011D-45B5-4B3C-B62E-B99634968EC5}" destId="{01991F5F-3619-4332-B74C-CA97A81FDC0F}" srcOrd="0" destOrd="0" parTransId="{36B87E25-646C-4718-BE18-AB65104F5879}" sibTransId="{2636ED60-4A95-4169-933B-86CE0642A7EB}"/>
    <dgm:cxn modelId="{2FEB5C95-7F11-4BBB-8443-AED9F532B1E7}" type="presParOf" srcId="{78C29FFE-CBDA-4712-81B8-7FF2166D3BC6}" destId="{AB8DD9B1-49BD-492E-837A-39BF49D98B74}" srcOrd="0" destOrd="0" presId="urn:microsoft.com/office/officeart/2018/2/layout/IconVerticalSolidList"/>
    <dgm:cxn modelId="{2F4EB3EA-1E7E-4E45-BABA-DB0368850AB1}" type="presParOf" srcId="{AB8DD9B1-49BD-492E-837A-39BF49D98B74}" destId="{8BB263E5-4C73-4AAE-AD17-BE9E2F944300}" srcOrd="0" destOrd="0" presId="urn:microsoft.com/office/officeart/2018/2/layout/IconVerticalSolidList"/>
    <dgm:cxn modelId="{6939CF4A-2948-4ACF-BBB7-818C5C31C954}" type="presParOf" srcId="{AB8DD9B1-49BD-492E-837A-39BF49D98B74}" destId="{1F6EE107-4B5D-421C-8604-6F054BAE6A61}" srcOrd="1" destOrd="0" presId="urn:microsoft.com/office/officeart/2018/2/layout/IconVerticalSolidList"/>
    <dgm:cxn modelId="{99C30CC4-AD17-43C2-B1EC-5022DB758B22}" type="presParOf" srcId="{AB8DD9B1-49BD-492E-837A-39BF49D98B74}" destId="{AFC0E534-6842-43D9-AB9E-E74DC11317D8}" srcOrd="2" destOrd="0" presId="urn:microsoft.com/office/officeart/2018/2/layout/IconVerticalSolidList"/>
    <dgm:cxn modelId="{172C0FE5-1C7E-41D6-A518-30C5081FD9F3}" type="presParOf" srcId="{AB8DD9B1-49BD-492E-837A-39BF49D98B74}" destId="{0090194B-F8DA-4785-B8C3-3AADDE35A3F8}" srcOrd="3" destOrd="0" presId="urn:microsoft.com/office/officeart/2018/2/layout/IconVerticalSolidList"/>
    <dgm:cxn modelId="{943BEC89-3C55-4A1D-A530-8C024027DD0B}" type="presParOf" srcId="{78C29FFE-CBDA-4712-81B8-7FF2166D3BC6}" destId="{4AF72956-F5EE-4320-92B4-CAA542C99A41}" srcOrd="1" destOrd="0" presId="urn:microsoft.com/office/officeart/2018/2/layout/IconVerticalSolidList"/>
    <dgm:cxn modelId="{92B6F236-B7A3-4F6D-836D-D8B3F6793BAC}" type="presParOf" srcId="{78C29FFE-CBDA-4712-81B8-7FF2166D3BC6}" destId="{A6BEFA18-0E01-43E5-96B0-11FB302B4554}" srcOrd="2" destOrd="0" presId="urn:microsoft.com/office/officeart/2018/2/layout/IconVerticalSolidList"/>
    <dgm:cxn modelId="{6CDB38AE-E808-46CC-9AA3-25F93E523D61}" type="presParOf" srcId="{A6BEFA18-0E01-43E5-96B0-11FB302B4554}" destId="{68975EAD-67EE-445B-89F1-0F32A41922BE}" srcOrd="0" destOrd="0" presId="urn:microsoft.com/office/officeart/2018/2/layout/IconVerticalSolidList"/>
    <dgm:cxn modelId="{9A4E918D-6A7E-4AAB-BB19-5C67C415CBD8}" type="presParOf" srcId="{A6BEFA18-0E01-43E5-96B0-11FB302B4554}" destId="{2012194B-A898-415C-AC08-D294A6FF5637}" srcOrd="1" destOrd="0" presId="urn:microsoft.com/office/officeart/2018/2/layout/IconVerticalSolidList"/>
    <dgm:cxn modelId="{A5A2F357-3BCB-436E-9C0C-8E3E1BE617C3}" type="presParOf" srcId="{A6BEFA18-0E01-43E5-96B0-11FB302B4554}" destId="{78BA88E8-CE6B-475B-B4BE-A050BE6AAB6B}" srcOrd="2" destOrd="0" presId="urn:microsoft.com/office/officeart/2018/2/layout/IconVerticalSolidList"/>
    <dgm:cxn modelId="{06A3929B-C82E-46A2-8D32-23F6CF5E3FA4}" type="presParOf" srcId="{A6BEFA18-0E01-43E5-96B0-11FB302B4554}" destId="{1A41E845-764C-4804-916A-6B4D889D52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4877959-C48D-4583-8193-D2E895514554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FDC0BF5-D7D1-47FF-BA29-1B66BD04E52E}">
      <dgm:prSet/>
      <dgm:spPr/>
      <dgm:t>
        <a:bodyPr/>
        <a:lstStyle/>
        <a:p>
          <a:r>
            <a:rPr lang="en-ZA"/>
            <a:t>Mean: Average = </a:t>
          </a:r>
          <a:r>
            <a:rPr lang="el-GR"/>
            <a:t>μ = (1/</a:t>
          </a:r>
          <a:r>
            <a:rPr lang="en-ZA"/>
            <a:t>n) ∑xᵢ</a:t>
          </a:r>
          <a:r>
            <a:rPr lang="en-ZA">
              <a:latin typeface="Aptos Display" panose="02110004020202020204"/>
            </a:rPr>
            <a:t>)</a:t>
          </a:r>
          <a:endParaRPr lang="en-US"/>
        </a:p>
      </dgm:t>
    </dgm:pt>
    <dgm:pt modelId="{B86B7E2A-4C60-40FC-A141-99258C864A01}" type="parTrans" cxnId="{71EC6D5A-7267-41E4-A5E8-FB2BF51E90A3}">
      <dgm:prSet/>
      <dgm:spPr/>
      <dgm:t>
        <a:bodyPr/>
        <a:lstStyle/>
        <a:p>
          <a:endParaRPr lang="en-US"/>
        </a:p>
      </dgm:t>
    </dgm:pt>
    <dgm:pt modelId="{0348C16C-3E37-4C95-9BBF-226832BDDCAD}" type="sibTrans" cxnId="{71EC6D5A-7267-41E4-A5E8-FB2BF51E90A3}">
      <dgm:prSet/>
      <dgm:spPr/>
      <dgm:t>
        <a:bodyPr/>
        <a:lstStyle/>
        <a:p>
          <a:endParaRPr lang="en-US"/>
        </a:p>
      </dgm:t>
    </dgm:pt>
    <dgm:pt modelId="{41FE701D-4FED-4FA9-ABEE-DCFC9CD0F6E3}">
      <dgm:prSet/>
      <dgm:spPr/>
      <dgm:t>
        <a:bodyPr/>
        <a:lstStyle/>
        <a:p>
          <a:r>
            <a:rPr lang="en-ZA"/>
            <a:t>Median: Middle value</a:t>
          </a:r>
          <a:endParaRPr lang="en-US"/>
        </a:p>
      </dgm:t>
    </dgm:pt>
    <dgm:pt modelId="{EB533C72-2E41-4648-BC35-9CB5262CC8BB}" type="parTrans" cxnId="{6E95A333-0C4B-4BE4-8B5C-65946A0E1441}">
      <dgm:prSet/>
      <dgm:spPr/>
      <dgm:t>
        <a:bodyPr/>
        <a:lstStyle/>
        <a:p>
          <a:endParaRPr lang="en-US"/>
        </a:p>
      </dgm:t>
    </dgm:pt>
    <dgm:pt modelId="{72EE7F84-5CE5-4B99-A0A9-DE54BB975781}" type="sibTrans" cxnId="{6E95A333-0C4B-4BE4-8B5C-65946A0E1441}">
      <dgm:prSet/>
      <dgm:spPr/>
      <dgm:t>
        <a:bodyPr/>
        <a:lstStyle/>
        <a:p>
          <a:endParaRPr lang="en-US"/>
        </a:p>
      </dgm:t>
    </dgm:pt>
    <dgm:pt modelId="{5B331BF2-2139-470E-888D-5797775B5899}">
      <dgm:prSet/>
      <dgm:spPr/>
      <dgm:t>
        <a:bodyPr/>
        <a:lstStyle/>
        <a:p>
          <a:r>
            <a:rPr lang="en-ZA"/>
            <a:t>Mode: Most frequent value</a:t>
          </a:r>
          <a:endParaRPr lang="en-US"/>
        </a:p>
      </dgm:t>
    </dgm:pt>
    <dgm:pt modelId="{A2843FCD-8822-4CF3-BFFB-0CD642346B7C}" type="parTrans" cxnId="{B8F1724C-6F8A-4F2D-8B55-C8DEB7520227}">
      <dgm:prSet/>
      <dgm:spPr/>
      <dgm:t>
        <a:bodyPr/>
        <a:lstStyle/>
        <a:p>
          <a:endParaRPr lang="en-US"/>
        </a:p>
      </dgm:t>
    </dgm:pt>
    <dgm:pt modelId="{A49A8F60-8EFA-4F2D-B75E-AAD2A465E713}" type="sibTrans" cxnId="{B8F1724C-6F8A-4F2D-8B55-C8DEB7520227}">
      <dgm:prSet/>
      <dgm:spPr/>
      <dgm:t>
        <a:bodyPr/>
        <a:lstStyle/>
        <a:p>
          <a:endParaRPr lang="en-US"/>
        </a:p>
      </dgm:t>
    </dgm:pt>
    <dgm:pt modelId="{D979510F-0E37-455F-B375-18C49CFB752F}">
      <dgm:prSet/>
      <dgm:spPr/>
      <dgm:t>
        <a:bodyPr/>
        <a:lstStyle/>
        <a:p>
          <a:r>
            <a:rPr lang="en-ZA"/>
            <a:t>Variance: Spread = </a:t>
          </a:r>
          <a:r>
            <a:rPr lang="el-GR"/>
            <a:t>σ² = (1/</a:t>
          </a:r>
          <a:r>
            <a:rPr lang="en-ZA"/>
            <a:t>n) ∑(xᵢ - </a:t>
          </a:r>
          <a:r>
            <a:rPr lang="el-GR"/>
            <a:t>μ)²</a:t>
          </a:r>
          <a:endParaRPr lang="en-US"/>
        </a:p>
      </dgm:t>
    </dgm:pt>
    <dgm:pt modelId="{5E7C49D2-F4FF-434B-906B-950A1541CA12}" type="parTrans" cxnId="{2A026EF8-10FC-4F52-AFEE-7E215E68BC5B}">
      <dgm:prSet/>
      <dgm:spPr/>
      <dgm:t>
        <a:bodyPr/>
        <a:lstStyle/>
        <a:p>
          <a:endParaRPr lang="en-US"/>
        </a:p>
      </dgm:t>
    </dgm:pt>
    <dgm:pt modelId="{F2B41E0F-B0CC-46BD-8D55-FCB3BC4E7E01}" type="sibTrans" cxnId="{2A026EF8-10FC-4F52-AFEE-7E215E68BC5B}">
      <dgm:prSet/>
      <dgm:spPr/>
      <dgm:t>
        <a:bodyPr/>
        <a:lstStyle/>
        <a:p>
          <a:endParaRPr lang="en-US"/>
        </a:p>
      </dgm:t>
    </dgm:pt>
    <dgm:pt modelId="{E8AFE151-AF22-43B5-80B6-7C533D379A88}">
      <dgm:prSet/>
      <dgm:spPr/>
      <dgm:t>
        <a:bodyPr/>
        <a:lstStyle/>
        <a:p>
          <a:r>
            <a:rPr lang="en-ZA"/>
            <a:t>Standard Deviation = √Variance</a:t>
          </a:r>
          <a:endParaRPr lang="en-US"/>
        </a:p>
      </dgm:t>
    </dgm:pt>
    <dgm:pt modelId="{C4D2BB04-5CF3-4C39-AE05-0D8807E05C56}" type="parTrans" cxnId="{F2E483D1-BF69-4B9F-917E-72995C85A9BC}">
      <dgm:prSet/>
      <dgm:spPr/>
      <dgm:t>
        <a:bodyPr/>
        <a:lstStyle/>
        <a:p>
          <a:endParaRPr lang="en-US"/>
        </a:p>
      </dgm:t>
    </dgm:pt>
    <dgm:pt modelId="{93EE3E3C-B207-4FF4-98C0-50D8B75699B3}" type="sibTrans" cxnId="{F2E483D1-BF69-4B9F-917E-72995C85A9BC}">
      <dgm:prSet/>
      <dgm:spPr/>
      <dgm:t>
        <a:bodyPr/>
        <a:lstStyle/>
        <a:p>
          <a:endParaRPr lang="en-US"/>
        </a:p>
      </dgm:t>
    </dgm:pt>
    <dgm:pt modelId="{7732D5C9-5804-4E77-9F50-ACBBFC4BEE0F}" type="pres">
      <dgm:prSet presAssocID="{A4877959-C48D-4583-8193-D2E895514554}" presName="Name0" presStyleCnt="0">
        <dgm:presLayoutVars>
          <dgm:dir/>
          <dgm:animLvl val="lvl"/>
          <dgm:resizeHandles val="exact"/>
        </dgm:presLayoutVars>
      </dgm:prSet>
      <dgm:spPr/>
    </dgm:pt>
    <dgm:pt modelId="{C12BE0BB-124F-41C7-B6F8-85590B48C6C4}" type="pres">
      <dgm:prSet presAssocID="{5FDC0BF5-D7D1-47FF-BA29-1B66BD04E52E}" presName="linNode" presStyleCnt="0"/>
      <dgm:spPr/>
    </dgm:pt>
    <dgm:pt modelId="{C095BFAC-723B-4E44-B924-877F5EB888CF}" type="pres">
      <dgm:prSet presAssocID="{5FDC0BF5-D7D1-47FF-BA29-1B66BD04E52E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318375E7-08B3-4BBD-AE02-884109B8F97B}" type="pres">
      <dgm:prSet presAssocID="{0348C16C-3E37-4C95-9BBF-226832BDDCAD}" presName="sp" presStyleCnt="0"/>
      <dgm:spPr/>
    </dgm:pt>
    <dgm:pt modelId="{25A238A7-67B1-45D2-8B6B-9C78A38FC3E9}" type="pres">
      <dgm:prSet presAssocID="{41FE701D-4FED-4FA9-ABEE-DCFC9CD0F6E3}" presName="linNode" presStyleCnt="0"/>
      <dgm:spPr/>
    </dgm:pt>
    <dgm:pt modelId="{0D3109C4-8C33-41F5-8D92-DD9A71998DAA}" type="pres">
      <dgm:prSet presAssocID="{41FE701D-4FED-4FA9-ABEE-DCFC9CD0F6E3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9B0B4A02-6916-478B-B0A7-A5F76290076E}" type="pres">
      <dgm:prSet presAssocID="{72EE7F84-5CE5-4B99-A0A9-DE54BB975781}" presName="sp" presStyleCnt="0"/>
      <dgm:spPr/>
    </dgm:pt>
    <dgm:pt modelId="{3F3E6DC7-3DCF-41BF-B289-6367B08D5197}" type="pres">
      <dgm:prSet presAssocID="{5B331BF2-2139-470E-888D-5797775B5899}" presName="linNode" presStyleCnt="0"/>
      <dgm:spPr/>
    </dgm:pt>
    <dgm:pt modelId="{EC752870-3795-4F83-BF58-06D1B38B95A9}" type="pres">
      <dgm:prSet presAssocID="{5B331BF2-2139-470E-888D-5797775B5899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172AD82C-0B2E-4BD8-A19B-9E2AFD352CF6}" type="pres">
      <dgm:prSet presAssocID="{A49A8F60-8EFA-4F2D-B75E-AAD2A465E713}" presName="sp" presStyleCnt="0"/>
      <dgm:spPr/>
    </dgm:pt>
    <dgm:pt modelId="{D638EEFF-270B-49DF-B22B-8D4BC6D92F10}" type="pres">
      <dgm:prSet presAssocID="{D979510F-0E37-455F-B375-18C49CFB752F}" presName="linNode" presStyleCnt="0"/>
      <dgm:spPr/>
    </dgm:pt>
    <dgm:pt modelId="{25714DC1-F43A-4BAA-A677-9C76DC208360}" type="pres">
      <dgm:prSet presAssocID="{D979510F-0E37-455F-B375-18C49CFB752F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288F51C1-6941-4F98-9953-849B4DDF1B3C}" type="pres">
      <dgm:prSet presAssocID="{F2B41E0F-B0CC-46BD-8D55-FCB3BC4E7E01}" presName="sp" presStyleCnt="0"/>
      <dgm:spPr/>
    </dgm:pt>
    <dgm:pt modelId="{AAC969A7-7DAD-4267-B85B-D944D243D030}" type="pres">
      <dgm:prSet presAssocID="{E8AFE151-AF22-43B5-80B6-7C533D379A88}" presName="linNode" presStyleCnt="0"/>
      <dgm:spPr/>
    </dgm:pt>
    <dgm:pt modelId="{D9F21BF0-3EA7-42BE-BD59-4443AA382F96}" type="pres">
      <dgm:prSet presAssocID="{E8AFE151-AF22-43B5-80B6-7C533D379A88}" presName="parentText" presStyleLbl="node1" presStyleIdx="4" presStyleCnt="5">
        <dgm:presLayoutVars>
          <dgm:chMax val="1"/>
          <dgm:bulletEnabled val="1"/>
        </dgm:presLayoutVars>
      </dgm:prSet>
      <dgm:spPr/>
    </dgm:pt>
  </dgm:ptLst>
  <dgm:cxnLst>
    <dgm:cxn modelId="{C1D2CB1B-3532-4B1A-878F-2653A70C170C}" type="presOf" srcId="{5FDC0BF5-D7D1-47FF-BA29-1B66BD04E52E}" destId="{C095BFAC-723B-4E44-B924-877F5EB888CF}" srcOrd="0" destOrd="0" presId="urn:microsoft.com/office/officeart/2005/8/layout/vList5"/>
    <dgm:cxn modelId="{6E95A333-0C4B-4BE4-8B5C-65946A0E1441}" srcId="{A4877959-C48D-4583-8193-D2E895514554}" destId="{41FE701D-4FED-4FA9-ABEE-DCFC9CD0F6E3}" srcOrd="1" destOrd="0" parTransId="{EB533C72-2E41-4648-BC35-9CB5262CC8BB}" sibTransId="{72EE7F84-5CE5-4B99-A0A9-DE54BB975781}"/>
    <dgm:cxn modelId="{4FFE9A41-D2EA-41E7-AA0B-266652150DEE}" type="presOf" srcId="{D979510F-0E37-455F-B375-18C49CFB752F}" destId="{25714DC1-F43A-4BAA-A677-9C76DC208360}" srcOrd="0" destOrd="0" presId="urn:microsoft.com/office/officeart/2005/8/layout/vList5"/>
    <dgm:cxn modelId="{88D75B69-D2AB-4172-928A-491E70C23FC0}" type="presOf" srcId="{A4877959-C48D-4583-8193-D2E895514554}" destId="{7732D5C9-5804-4E77-9F50-ACBBFC4BEE0F}" srcOrd="0" destOrd="0" presId="urn:microsoft.com/office/officeart/2005/8/layout/vList5"/>
    <dgm:cxn modelId="{B8F1724C-6F8A-4F2D-8B55-C8DEB7520227}" srcId="{A4877959-C48D-4583-8193-D2E895514554}" destId="{5B331BF2-2139-470E-888D-5797775B5899}" srcOrd="2" destOrd="0" parTransId="{A2843FCD-8822-4CF3-BFFB-0CD642346B7C}" sibTransId="{A49A8F60-8EFA-4F2D-B75E-AAD2A465E713}"/>
    <dgm:cxn modelId="{71EC6D5A-7267-41E4-A5E8-FB2BF51E90A3}" srcId="{A4877959-C48D-4583-8193-D2E895514554}" destId="{5FDC0BF5-D7D1-47FF-BA29-1B66BD04E52E}" srcOrd="0" destOrd="0" parTransId="{B86B7E2A-4C60-40FC-A141-99258C864A01}" sibTransId="{0348C16C-3E37-4C95-9BBF-226832BDDCAD}"/>
    <dgm:cxn modelId="{9345EF7B-6E93-4B9C-8D6C-87279379EEBD}" type="presOf" srcId="{41FE701D-4FED-4FA9-ABEE-DCFC9CD0F6E3}" destId="{0D3109C4-8C33-41F5-8D92-DD9A71998DAA}" srcOrd="0" destOrd="0" presId="urn:microsoft.com/office/officeart/2005/8/layout/vList5"/>
    <dgm:cxn modelId="{DF7D4DAE-BD53-40DA-B4E5-C0779F34247B}" type="presOf" srcId="{E8AFE151-AF22-43B5-80B6-7C533D379A88}" destId="{D9F21BF0-3EA7-42BE-BD59-4443AA382F96}" srcOrd="0" destOrd="0" presId="urn:microsoft.com/office/officeart/2005/8/layout/vList5"/>
    <dgm:cxn modelId="{F2E483D1-BF69-4B9F-917E-72995C85A9BC}" srcId="{A4877959-C48D-4583-8193-D2E895514554}" destId="{E8AFE151-AF22-43B5-80B6-7C533D379A88}" srcOrd="4" destOrd="0" parTransId="{C4D2BB04-5CF3-4C39-AE05-0D8807E05C56}" sibTransId="{93EE3E3C-B207-4FF4-98C0-50D8B75699B3}"/>
    <dgm:cxn modelId="{65FFB5F7-784E-4EB0-A610-B9D853FD0B68}" type="presOf" srcId="{5B331BF2-2139-470E-888D-5797775B5899}" destId="{EC752870-3795-4F83-BF58-06D1B38B95A9}" srcOrd="0" destOrd="0" presId="urn:microsoft.com/office/officeart/2005/8/layout/vList5"/>
    <dgm:cxn modelId="{2A026EF8-10FC-4F52-AFEE-7E215E68BC5B}" srcId="{A4877959-C48D-4583-8193-D2E895514554}" destId="{D979510F-0E37-455F-B375-18C49CFB752F}" srcOrd="3" destOrd="0" parTransId="{5E7C49D2-F4FF-434B-906B-950A1541CA12}" sibTransId="{F2B41E0F-B0CC-46BD-8D55-FCB3BC4E7E01}"/>
    <dgm:cxn modelId="{B91410E2-7FA8-42A6-BD2A-3CE4331D002D}" type="presParOf" srcId="{7732D5C9-5804-4E77-9F50-ACBBFC4BEE0F}" destId="{C12BE0BB-124F-41C7-B6F8-85590B48C6C4}" srcOrd="0" destOrd="0" presId="urn:microsoft.com/office/officeart/2005/8/layout/vList5"/>
    <dgm:cxn modelId="{9A6F71D3-065C-4233-80D6-29DB1B0D8A98}" type="presParOf" srcId="{C12BE0BB-124F-41C7-B6F8-85590B48C6C4}" destId="{C095BFAC-723B-4E44-B924-877F5EB888CF}" srcOrd="0" destOrd="0" presId="urn:microsoft.com/office/officeart/2005/8/layout/vList5"/>
    <dgm:cxn modelId="{F1C78C40-3C9A-4569-B9CC-B57B5C64A570}" type="presParOf" srcId="{7732D5C9-5804-4E77-9F50-ACBBFC4BEE0F}" destId="{318375E7-08B3-4BBD-AE02-884109B8F97B}" srcOrd="1" destOrd="0" presId="urn:microsoft.com/office/officeart/2005/8/layout/vList5"/>
    <dgm:cxn modelId="{959BFA97-AFEF-4EEF-9350-FE0992D40DA9}" type="presParOf" srcId="{7732D5C9-5804-4E77-9F50-ACBBFC4BEE0F}" destId="{25A238A7-67B1-45D2-8B6B-9C78A38FC3E9}" srcOrd="2" destOrd="0" presId="urn:microsoft.com/office/officeart/2005/8/layout/vList5"/>
    <dgm:cxn modelId="{2913ED9C-A681-43E8-B15B-5D565E922CAE}" type="presParOf" srcId="{25A238A7-67B1-45D2-8B6B-9C78A38FC3E9}" destId="{0D3109C4-8C33-41F5-8D92-DD9A71998DAA}" srcOrd="0" destOrd="0" presId="urn:microsoft.com/office/officeart/2005/8/layout/vList5"/>
    <dgm:cxn modelId="{C9D50AEB-D626-4791-9C82-6A09661DF503}" type="presParOf" srcId="{7732D5C9-5804-4E77-9F50-ACBBFC4BEE0F}" destId="{9B0B4A02-6916-478B-B0A7-A5F76290076E}" srcOrd="3" destOrd="0" presId="urn:microsoft.com/office/officeart/2005/8/layout/vList5"/>
    <dgm:cxn modelId="{334AA46A-0D92-461C-B487-B91F5351E0F3}" type="presParOf" srcId="{7732D5C9-5804-4E77-9F50-ACBBFC4BEE0F}" destId="{3F3E6DC7-3DCF-41BF-B289-6367B08D5197}" srcOrd="4" destOrd="0" presId="urn:microsoft.com/office/officeart/2005/8/layout/vList5"/>
    <dgm:cxn modelId="{EB479C51-B103-4DE8-BAD1-6F804C3A5A86}" type="presParOf" srcId="{3F3E6DC7-3DCF-41BF-B289-6367B08D5197}" destId="{EC752870-3795-4F83-BF58-06D1B38B95A9}" srcOrd="0" destOrd="0" presId="urn:microsoft.com/office/officeart/2005/8/layout/vList5"/>
    <dgm:cxn modelId="{5B1302F6-6DB4-42BA-A83F-9A1504D34BE3}" type="presParOf" srcId="{7732D5C9-5804-4E77-9F50-ACBBFC4BEE0F}" destId="{172AD82C-0B2E-4BD8-A19B-9E2AFD352CF6}" srcOrd="5" destOrd="0" presId="urn:microsoft.com/office/officeart/2005/8/layout/vList5"/>
    <dgm:cxn modelId="{96B61CAD-38D9-42A3-B3AD-8D5727071F70}" type="presParOf" srcId="{7732D5C9-5804-4E77-9F50-ACBBFC4BEE0F}" destId="{D638EEFF-270B-49DF-B22B-8D4BC6D92F10}" srcOrd="6" destOrd="0" presId="urn:microsoft.com/office/officeart/2005/8/layout/vList5"/>
    <dgm:cxn modelId="{52E2E254-C6F5-438D-A882-92CB04363EB9}" type="presParOf" srcId="{D638EEFF-270B-49DF-B22B-8D4BC6D92F10}" destId="{25714DC1-F43A-4BAA-A677-9C76DC208360}" srcOrd="0" destOrd="0" presId="urn:microsoft.com/office/officeart/2005/8/layout/vList5"/>
    <dgm:cxn modelId="{BD5CCBAD-D3C0-4360-BF6A-99A5DD1BAB38}" type="presParOf" srcId="{7732D5C9-5804-4E77-9F50-ACBBFC4BEE0F}" destId="{288F51C1-6941-4F98-9953-849B4DDF1B3C}" srcOrd="7" destOrd="0" presId="urn:microsoft.com/office/officeart/2005/8/layout/vList5"/>
    <dgm:cxn modelId="{F77CF6BB-EBD0-4AA5-8ECB-768C424C8415}" type="presParOf" srcId="{7732D5C9-5804-4E77-9F50-ACBBFC4BEE0F}" destId="{AAC969A7-7DAD-4267-B85B-D944D243D030}" srcOrd="8" destOrd="0" presId="urn:microsoft.com/office/officeart/2005/8/layout/vList5"/>
    <dgm:cxn modelId="{91F65FEF-2F49-438B-9334-A63524B69394}" type="presParOf" srcId="{AAC969A7-7DAD-4267-B85B-D944D243D030}" destId="{D9F21BF0-3EA7-42BE-BD59-4443AA382F9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B65C2035-607F-4002-8381-FA63FD845226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D5A46FB-5D16-496D-9ACD-4B32FAD4CC20}">
      <dgm:prSet/>
      <dgm:spPr/>
      <dgm:t>
        <a:bodyPr/>
        <a:lstStyle/>
        <a:p>
          <a:r>
            <a:rPr lang="en-US">
              <a:latin typeface="Cambria"/>
              <a:ea typeface="Cambria"/>
            </a:rPr>
            <a:t>The </a:t>
          </a:r>
          <a:r>
            <a:rPr lang="en-US" b="0">
              <a:latin typeface="Cambria"/>
              <a:ea typeface="Cambria"/>
            </a:rPr>
            <a:t>British former GP Harold Shipman murdered at least 215 of his patients</a:t>
          </a:r>
          <a:r>
            <a:rPr lang="en-US">
              <a:latin typeface="Cambria"/>
              <a:ea typeface="Cambria"/>
            </a:rPr>
            <a:t>, the </a:t>
          </a:r>
          <a:r>
            <a:rPr lang="en-US" b="0">
              <a:latin typeface="Cambria"/>
              <a:ea typeface="Cambria"/>
            </a:rPr>
            <a:t>first phase of the public inquiry into the serial killings concluded last week. There </a:t>
          </a:r>
          <a:r>
            <a:rPr lang="en-US">
              <a:latin typeface="Cambria"/>
              <a:ea typeface="Cambria"/>
            </a:rPr>
            <a:t>is a “real suspicion” that he claimed the lives of another 45 victims, according to the </a:t>
          </a:r>
          <a:r>
            <a:rPr lang="en-US" b="0">
              <a:latin typeface="Cambria"/>
              <a:ea typeface="Cambria"/>
            </a:rPr>
            <a:t>judge leading </a:t>
          </a:r>
          <a:r>
            <a:rPr lang="en-US">
              <a:latin typeface="Cambria"/>
              <a:ea typeface="Cambria"/>
            </a:rPr>
            <a:t>the inquiry.</a:t>
          </a:r>
        </a:p>
      </dgm:t>
    </dgm:pt>
    <dgm:pt modelId="{420EE3AC-2DD4-49BD-914D-8FFE8FAD7602}" type="parTrans" cxnId="{AAA354C9-A458-464E-80AE-F451E99142BC}">
      <dgm:prSet/>
      <dgm:spPr/>
      <dgm:t>
        <a:bodyPr/>
        <a:lstStyle/>
        <a:p>
          <a:endParaRPr lang="en-US"/>
        </a:p>
      </dgm:t>
    </dgm:pt>
    <dgm:pt modelId="{8EA8B8A7-1453-47CD-B65D-3ADE123F8F7F}" type="sibTrans" cxnId="{AAA354C9-A458-464E-80AE-F451E99142BC}">
      <dgm:prSet/>
      <dgm:spPr/>
      <dgm:t>
        <a:bodyPr/>
        <a:lstStyle/>
        <a:p>
          <a:endParaRPr lang="en-US"/>
        </a:p>
      </dgm:t>
    </dgm:pt>
    <dgm:pt modelId="{7EA2977C-4E36-4C72-880F-E1BEA44AB0F9}">
      <dgm:prSet/>
      <dgm:spPr/>
      <dgm:t>
        <a:bodyPr/>
        <a:lstStyle/>
        <a:p>
          <a:r>
            <a:rPr lang="en-US" dirty="0">
              <a:latin typeface="Cambria"/>
              <a:ea typeface="Cambria"/>
            </a:rPr>
            <a:t>High court judge Dame Janet Smith said Shipman may have been hoping to get caught when he altered the will of his last victim, Kathleen Grundy, 81. The “crude forgery” </a:t>
          </a:r>
          <a:r>
            <a:rPr lang="en-US" b="0" dirty="0">
              <a:latin typeface="Cambria"/>
              <a:ea typeface="Cambria"/>
            </a:rPr>
            <a:t>of </a:t>
          </a:r>
          <a:r>
            <a:rPr lang="en-US" dirty="0">
              <a:latin typeface="Cambria"/>
              <a:ea typeface="Cambria"/>
            </a:rPr>
            <a:t>the will “made detection inevitable,” she said, concluding: “It </a:t>
          </a:r>
          <a:r>
            <a:rPr lang="en-US" b="0" dirty="0">
              <a:latin typeface="Cambria"/>
              <a:ea typeface="Cambria"/>
            </a:rPr>
            <a:t>is hard </a:t>
          </a:r>
          <a:r>
            <a:rPr lang="en-US" dirty="0">
              <a:latin typeface="Cambria"/>
              <a:ea typeface="Cambria"/>
            </a:rPr>
            <a:t>to resist the </a:t>
          </a:r>
          <a:r>
            <a:rPr lang="en-US" b="0" dirty="0">
              <a:latin typeface="Cambria"/>
              <a:ea typeface="Cambria"/>
            </a:rPr>
            <a:t>inference </a:t>
          </a:r>
          <a:r>
            <a:rPr lang="en-US" dirty="0">
              <a:latin typeface="Cambria"/>
              <a:ea typeface="Cambria"/>
            </a:rPr>
            <a:t>that Shipman was driven by a need to draw attention to himself and his crimes.”</a:t>
          </a:r>
          <a:endParaRPr lang="en-US" dirty="0"/>
        </a:p>
      </dgm:t>
    </dgm:pt>
    <dgm:pt modelId="{F212A105-0640-445A-A46D-45DDB0769929}" type="parTrans" cxnId="{BFAAF998-4A94-4245-9071-9F7167D8788D}">
      <dgm:prSet/>
      <dgm:spPr/>
      <dgm:t>
        <a:bodyPr/>
        <a:lstStyle/>
        <a:p>
          <a:endParaRPr lang="en-US"/>
        </a:p>
      </dgm:t>
    </dgm:pt>
    <dgm:pt modelId="{867195AA-B5E2-474B-A1CB-E7F55A3AC619}" type="sibTrans" cxnId="{BFAAF998-4A94-4245-9071-9F7167D8788D}">
      <dgm:prSet/>
      <dgm:spPr/>
      <dgm:t>
        <a:bodyPr/>
        <a:lstStyle/>
        <a:p>
          <a:endParaRPr lang="en-US"/>
        </a:p>
      </dgm:t>
    </dgm:pt>
    <dgm:pt modelId="{08884051-1ED0-4C04-BF3A-AF02938A34D0}">
      <dgm:prSet/>
      <dgm:spPr/>
      <dgm:t>
        <a:bodyPr/>
        <a:lstStyle/>
        <a:p>
          <a:r>
            <a:rPr lang="en-US">
              <a:latin typeface="Cambria"/>
              <a:ea typeface="Cambria"/>
            </a:rPr>
            <a:t>The inquiry examined a total of 888 cases in its 2000 page report, </a:t>
          </a:r>
          <a:r>
            <a:rPr lang="en-US" i="1">
              <a:latin typeface="Cambria"/>
              <a:ea typeface="Cambria"/>
            </a:rPr>
            <a:t>Death Disguised</a:t>
          </a:r>
          <a:r>
            <a:rPr lang="en-US">
              <a:latin typeface="Cambria"/>
              <a:ea typeface="Cambria"/>
            </a:rPr>
            <a:t>. Shipman was found not responsible for 604 deaths, and no conclusion was reached in a further 38 cases. The 215 people that the inquiry determined were killed by Shipman comprised 171 women and 44 men.</a:t>
          </a:r>
        </a:p>
      </dgm:t>
    </dgm:pt>
    <dgm:pt modelId="{FFB5AF86-20E9-4ED5-AA1F-2D2855D8D338}" type="parTrans" cxnId="{232BC3F3-0E4E-41BB-BC52-A1C7B273B2B8}">
      <dgm:prSet/>
      <dgm:spPr/>
      <dgm:t>
        <a:bodyPr/>
        <a:lstStyle/>
        <a:p>
          <a:endParaRPr lang="en-US"/>
        </a:p>
      </dgm:t>
    </dgm:pt>
    <dgm:pt modelId="{84A9ABC2-44F9-4A53-8595-FD7A93CD5C56}" type="sibTrans" cxnId="{232BC3F3-0E4E-41BB-BC52-A1C7B273B2B8}">
      <dgm:prSet/>
      <dgm:spPr/>
      <dgm:t>
        <a:bodyPr/>
        <a:lstStyle/>
        <a:p>
          <a:endParaRPr lang="en-US"/>
        </a:p>
      </dgm:t>
    </dgm:pt>
    <dgm:pt modelId="{8435B8E8-AB39-4631-9B94-0CF7B17B7C29}">
      <dgm:prSet phldr="0"/>
      <dgm:spPr/>
      <dgm:t>
        <a:bodyPr/>
        <a:lstStyle/>
        <a:p>
          <a:endParaRPr lang="en-US"/>
        </a:p>
      </dgm:t>
    </dgm:pt>
    <dgm:pt modelId="{8E803B82-49DE-41DD-9E10-741018112D24}" type="parTrans" cxnId="{FD15EB61-6FC7-45C0-AC97-85F0320C6027}">
      <dgm:prSet/>
      <dgm:spPr/>
      <dgm:t>
        <a:bodyPr/>
        <a:lstStyle/>
        <a:p>
          <a:endParaRPr lang="en-GB"/>
        </a:p>
      </dgm:t>
    </dgm:pt>
    <dgm:pt modelId="{CE08162F-542F-42FD-ACE3-04977D0D5716}" type="sibTrans" cxnId="{FD15EB61-6FC7-45C0-AC97-85F0320C6027}">
      <dgm:prSet/>
      <dgm:spPr/>
      <dgm:t>
        <a:bodyPr/>
        <a:lstStyle/>
        <a:p>
          <a:endParaRPr lang="en-GB"/>
        </a:p>
      </dgm:t>
    </dgm:pt>
    <dgm:pt modelId="{D31D5CB9-1F08-4018-9846-F0454F1A84CB}" type="pres">
      <dgm:prSet presAssocID="{B65C2035-607F-4002-8381-FA63FD845226}" presName="vert0" presStyleCnt="0">
        <dgm:presLayoutVars>
          <dgm:dir/>
          <dgm:animOne val="branch"/>
          <dgm:animLvl val="lvl"/>
        </dgm:presLayoutVars>
      </dgm:prSet>
      <dgm:spPr/>
    </dgm:pt>
    <dgm:pt modelId="{942AE6C8-C503-45ED-B19C-2BD16532E4A3}" type="pres">
      <dgm:prSet presAssocID="{9D5A46FB-5D16-496D-9ACD-4B32FAD4CC20}" presName="thickLine" presStyleLbl="alignNode1" presStyleIdx="0" presStyleCnt="4"/>
      <dgm:spPr/>
    </dgm:pt>
    <dgm:pt modelId="{35A1FFB6-41A9-4810-830E-E7BCCC18AAF4}" type="pres">
      <dgm:prSet presAssocID="{9D5A46FB-5D16-496D-9ACD-4B32FAD4CC20}" presName="horz1" presStyleCnt="0"/>
      <dgm:spPr/>
    </dgm:pt>
    <dgm:pt modelId="{FCF57DF5-0E92-48DC-B624-A1A9CB0FF3E3}" type="pres">
      <dgm:prSet presAssocID="{9D5A46FB-5D16-496D-9ACD-4B32FAD4CC20}" presName="tx1" presStyleLbl="revTx" presStyleIdx="0" presStyleCnt="4"/>
      <dgm:spPr/>
    </dgm:pt>
    <dgm:pt modelId="{10DAF187-EEBB-4AC7-949F-207F91ADB24A}" type="pres">
      <dgm:prSet presAssocID="{9D5A46FB-5D16-496D-9ACD-4B32FAD4CC20}" presName="vert1" presStyleCnt="0"/>
      <dgm:spPr/>
    </dgm:pt>
    <dgm:pt modelId="{4099C597-9A3E-4A34-ABD2-C8FB7EC77392}" type="pres">
      <dgm:prSet presAssocID="{7EA2977C-4E36-4C72-880F-E1BEA44AB0F9}" presName="thickLine" presStyleLbl="alignNode1" presStyleIdx="1" presStyleCnt="4"/>
      <dgm:spPr/>
    </dgm:pt>
    <dgm:pt modelId="{6AC52B58-96B3-4E31-B050-51C445A11EDB}" type="pres">
      <dgm:prSet presAssocID="{7EA2977C-4E36-4C72-880F-E1BEA44AB0F9}" presName="horz1" presStyleCnt="0"/>
      <dgm:spPr/>
    </dgm:pt>
    <dgm:pt modelId="{BB5A50EE-4209-4666-B02A-3A35376E9E95}" type="pres">
      <dgm:prSet presAssocID="{7EA2977C-4E36-4C72-880F-E1BEA44AB0F9}" presName="tx1" presStyleLbl="revTx" presStyleIdx="1" presStyleCnt="4"/>
      <dgm:spPr/>
    </dgm:pt>
    <dgm:pt modelId="{4EB11CBD-F7BF-45C1-B56C-50DF7894A35E}" type="pres">
      <dgm:prSet presAssocID="{7EA2977C-4E36-4C72-880F-E1BEA44AB0F9}" presName="vert1" presStyleCnt="0"/>
      <dgm:spPr/>
    </dgm:pt>
    <dgm:pt modelId="{64DC0D63-48A8-4FDF-8F58-0AA840D17197}" type="pres">
      <dgm:prSet presAssocID="{08884051-1ED0-4C04-BF3A-AF02938A34D0}" presName="thickLine" presStyleLbl="alignNode1" presStyleIdx="2" presStyleCnt="4"/>
      <dgm:spPr/>
    </dgm:pt>
    <dgm:pt modelId="{4F4F3A63-79E8-45AD-9C61-AF7DD708E7A5}" type="pres">
      <dgm:prSet presAssocID="{08884051-1ED0-4C04-BF3A-AF02938A34D0}" presName="horz1" presStyleCnt="0"/>
      <dgm:spPr/>
    </dgm:pt>
    <dgm:pt modelId="{AE0AFDA4-61EE-422F-8A8C-D7373A927B94}" type="pres">
      <dgm:prSet presAssocID="{08884051-1ED0-4C04-BF3A-AF02938A34D0}" presName="tx1" presStyleLbl="revTx" presStyleIdx="2" presStyleCnt="4"/>
      <dgm:spPr/>
    </dgm:pt>
    <dgm:pt modelId="{A23F0E64-0CBF-4DCE-8620-21DF27F2408C}" type="pres">
      <dgm:prSet presAssocID="{08884051-1ED0-4C04-BF3A-AF02938A34D0}" presName="vert1" presStyleCnt="0"/>
      <dgm:spPr/>
    </dgm:pt>
    <dgm:pt modelId="{C6FADD3E-4944-4A0D-9E33-BE7526E9C1F3}" type="pres">
      <dgm:prSet presAssocID="{8435B8E8-AB39-4631-9B94-0CF7B17B7C29}" presName="thickLine" presStyleLbl="alignNode1" presStyleIdx="3" presStyleCnt="4"/>
      <dgm:spPr/>
    </dgm:pt>
    <dgm:pt modelId="{916EBEE0-8DEE-4C9E-B4F7-BEE140F83F9E}" type="pres">
      <dgm:prSet presAssocID="{8435B8E8-AB39-4631-9B94-0CF7B17B7C29}" presName="horz1" presStyleCnt="0"/>
      <dgm:spPr/>
    </dgm:pt>
    <dgm:pt modelId="{6925E429-0FF5-4D7E-930E-94488FC2CEDA}" type="pres">
      <dgm:prSet presAssocID="{8435B8E8-AB39-4631-9B94-0CF7B17B7C29}" presName="tx1" presStyleLbl="revTx" presStyleIdx="3" presStyleCnt="4"/>
      <dgm:spPr/>
    </dgm:pt>
    <dgm:pt modelId="{96EE087C-35BF-462A-A7C9-B31294149856}" type="pres">
      <dgm:prSet presAssocID="{8435B8E8-AB39-4631-9B94-0CF7B17B7C29}" presName="vert1" presStyleCnt="0"/>
      <dgm:spPr/>
    </dgm:pt>
  </dgm:ptLst>
  <dgm:cxnLst>
    <dgm:cxn modelId="{04597240-CE2F-4793-B515-4E7A64ADD16E}" type="presOf" srcId="{08884051-1ED0-4C04-BF3A-AF02938A34D0}" destId="{AE0AFDA4-61EE-422F-8A8C-D7373A927B94}" srcOrd="0" destOrd="0" presId="urn:microsoft.com/office/officeart/2008/layout/LinedList"/>
    <dgm:cxn modelId="{2E44C35B-481B-4366-B4E1-3D1C9A733181}" type="presOf" srcId="{B65C2035-607F-4002-8381-FA63FD845226}" destId="{D31D5CB9-1F08-4018-9846-F0454F1A84CB}" srcOrd="0" destOrd="0" presId="urn:microsoft.com/office/officeart/2008/layout/LinedList"/>
    <dgm:cxn modelId="{FD15EB61-6FC7-45C0-AC97-85F0320C6027}" srcId="{B65C2035-607F-4002-8381-FA63FD845226}" destId="{8435B8E8-AB39-4631-9B94-0CF7B17B7C29}" srcOrd="3" destOrd="0" parTransId="{8E803B82-49DE-41DD-9E10-741018112D24}" sibTransId="{CE08162F-542F-42FD-ACE3-04977D0D5716}"/>
    <dgm:cxn modelId="{BFAAF998-4A94-4245-9071-9F7167D8788D}" srcId="{B65C2035-607F-4002-8381-FA63FD845226}" destId="{7EA2977C-4E36-4C72-880F-E1BEA44AB0F9}" srcOrd="1" destOrd="0" parTransId="{F212A105-0640-445A-A46D-45DDB0769929}" sibTransId="{867195AA-B5E2-474B-A1CB-E7F55A3AC619}"/>
    <dgm:cxn modelId="{709F2DBC-1537-4396-AB6C-3BAC68DEF9F2}" type="presOf" srcId="{9D5A46FB-5D16-496D-9ACD-4B32FAD4CC20}" destId="{FCF57DF5-0E92-48DC-B624-A1A9CB0FF3E3}" srcOrd="0" destOrd="0" presId="urn:microsoft.com/office/officeart/2008/layout/LinedList"/>
    <dgm:cxn modelId="{AAA354C9-A458-464E-80AE-F451E99142BC}" srcId="{B65C2035-607F-4002-8381-FA63FD845226}" destId="{9D5A46FB-5D16-496D-9ACD-4B32FAD4CC20}" srcOrd="0" destOrd="0" parTransId="{420EE3AC-2DD4-49BD-914D-8FFE8FAD7602}" sibTransId="{8EA8B8A7-1453-47CD-B65D-3ADE123F8F7F}"/>
    <dgm:cxn modelId="{77B498CA-7592-4024-B730-3302EA72C00C}" type="presOf" srcId="{7EA2977C-4E36-4C72-880F-E1BEA44AB0F9}" destId="{BB5A50EE-4209-4666-B02A-3A35376E9E95}" srcOrd="0" destOrd="0" presId="urn:microsoft.com/office/officeart/2008/layout/LinedList"/>
    <dgm:cxn modelId="{E66B9DD1-82DA-43E5-B62C-1D4E02DFAF5F}" type="presOf" srcId="{8435B8E8-AB39-4631-9B94-0CF7B17B7C29}" destId="{6925E429-0FF5-4D7E-930E-94488FC2CEDA}" srcOrd="0" destOrd="0" presId="urn:microsoft.com/office/officeart/2008/layout/LinedList"/>
    <dgm:cxn modelId="{232BC3F3-0E4E-41BB-BC52-A1C7B273B2B8}" srcId="{B65C2035-607F-4002-8381-FA63FD845226}" destId="{08884051-1ED0-4C04-BF3A-AF02938A34D0}" srcOrd="2" destOrd="0" parTransId="{FFB5AF86-20E9-4ED5-AA1F-2D2855D8D338}" sibTransId="{84A9ABC2-44F9-4A53-8595-FD7A93CD5C56}"/>
    <dgm:cxn modelId="{42A02677-D4CB-41CB-A26E-67D28876BEFE}" type="presParOf" srcId="{D31D5CB9-1F08-4018-9846-F0454F1A84CB}" destId="{942AE6C8-C503-45ED-B19C-2BD16532E4A3}" srcOrd="0" destOrd="0" presId="urn:microsoft.com/office/officeart/2008/layout/LinedList"/>
    <dgm:cxn modelId="{57BF8F9C-E51E-4587-89FA-2FAA4701F482}" type="presParOf" srcId="{D31D5CB9-1F08-4018-9846-F0454F1A84CB}" destId="{35A1FFB6-41A9-4810-830E-E7BCCC18AAF4}" srcOrd="1" destOrd="0" presId="urn:microsoft.com/office/officeart/2008/layout/LinedList"/>
    <dgm:cxn modelId="{13F0B3DF-66AD-4F39-B20B-B3F24CF44D0D}" type="presParOf" srcId="{35A1FFB6-41A9-4810-830E-E7BCCC18AAF4}" destId="{FCF57DF5-0E92-48DC-B624-A1A9CB0FF3E3}" srcOrd="0" destOrd="0" presId="urn:microsoft.com/office/officeart/2008/layout/LinedList"/>
    <dgm:cxn modelId="{76B6CB4D-F8F3-4A47-834F-50EE2281A2F3}" type="presParOf" srcId="{35A1FFB6-41A9-4810-830E-E7BCCC18AAF4}" destId="{10DAF187-EEBB-4AC7-949F-207F91ADB24A}" srcOrd="1" destOrd="0" presId="urn:microsoft.com/office/officeart/2008/layout/LinedList"/>
    <dgm:cxn modelId="{A282930F-FDCA-454B-892D-5B16D230AF4F}" type="presParOf" srcId="{D31D5CB9-1F08-4018-9846-F0454F1A84CB}" destId="{4099C597-9A3E-4A34-ABD2-C8FB7EC77392}" srcOrd="2" destOrd="0" presId="urn:microsoft.com/office/officeart/2008/layout/LinedList"/>
    <dgm:cxn modelId="{0E6485A8-3A18-4CDC-B117-CCC86F927DAB}" type="presParOf" srcId="{D31D5CB9-1F08-4018-9846-F0454F1A84CB}" destId="{6AC52B58-96B3-4E31-B050-51C445A11EDB}" srcOrd="3" destOrd="0" presId="urn:microsoft.com/office/officeart/2008/layout/LinedList"/>
    <dgm:cxn modelId="{040AD24F-C563-48AC-9B1D-4EFE6F5DFAE5}" type="presParOf" srcId="{6AC52B58-96B3-4E31-B050-51C445A11EDB}" destId="{BB5A50EE-4209-4666-B02A-3A35376E9E95}" srcOrd="0" destOrd="0" presId="urn:microsoft.com/office/officeart/2008/layout/LinedList"/>
    <dgm:cxn modelId="{B1809045-EFEE-4D06-9E6A-CCE097F8D4E5}" type="presParOf" srcId="{6AC52B58-96B3-4E31-B050-51C445A11EDB}" destId="{4EB11CBD-F7BF-45C1-B56C-50DF7894A35E}" srcOrd="1" destOrd="0" presId="urn:microsoft.com/office/officeart/2008/layout/LinedList"/>
    <dgm:cxn modelId="{EC33C27E-4A12-480B-B1B5-B9320C7E4C0A}" type="presParOf" srcId="{D31D5CB9-1F08-4018-9846-F0454F1A84CB}" destId="{64DC0D63-48A8-4FDF-8F58-0AA840D17197}" srcOrd="4" destOrd="0" presId="urn:microsoft.com/office/officeart/2008/layout/LinedList"/>
    <dgm:cxn modelId="{9284EA68-A14B-43D1-9B4C-729BAAEBF17D}" type="presParOf" srcId="{D31D5CB9-1F08-4018-9846-F0454F1A84CB}" destId="{4F4F3A63-79E8-45AD-9C61-AF7DD708E7A5}" srcOrd="5" destOrd="0" presId="urn:microsoft.com/office/officeart/2008/layout/LinedList"/>
    <dgm:cxn modelId="{233E925B-FC9F-4BF2-9150-9FDA7FCB4F2E}" type="presParOf" srcId="{4F4F3A63-79E8-45AD-9C61-AF7DD708E7A5}" destId="{AE0AFDA4-61EE-422F-8A8C-D7373A927B94}" srcOrd="0" destOrd="0" presId="urn:microsoft.com/office/officeart/2008/layout/LinedList"/>
    <dgm:cxn modelId="{5FE74D4D-1256-4EC4-8A3F-A410CCBC35F5}" type="presParOf" srcId="{4F4F3A63-79E8-45AD-9C61-AF7DD708E7A5}" destId="{A23F0E64-0CBF-4DCE-8620-21DF27F2408C}" srcOrd="1" destOrd="0" presId="urn:microsoft.com/office/officeart/2008/layout/LinedList"/>
    <dgm:cxn modelId="{D8C0EA77-6CF4-4FC8-9191-B033B2D8D7F8}" type="presParOf" srcId="{D31D5CB9-1F08-4018-9846-F0454F1A84CB}" destId="{C6FADD3E-4944-4A0D-9E33-BE7526E9C1F3}" srcOrd="6" destOrd="0" presId="urn:microsoft.com/office/officeart/2008/layout/LinedList"/>
    <dgm:cxn modelId="{8E66DDF2-EF38-40F8-BF82-4BC28E73B54F}" type="presParOf" srcId="{D31D5CB9-1F08-4018-9846-F0454F1A84CB}" destId="{916EBEE0-8DEE-4C9E-B4F7-BEE140F83F9E}" srcOrd="7" destOrd="0" presId="urn:microsoft.com/office/officeart/2008/layout/LinedList"/>
    <dgm:cxn modelId="{16CD2E49-E68E-42D2-B6BB-787A68AC6B0E}" type="presParOf" srcId="{916EBEE0-8DEE-4C9E-B4F7-BEE140F83F9E}" destId="{6925E429-0FF5-4D7E-930E-94488FC2CEDA}" srcOrd="0" destOrd="0" presId="urn:microsoft.com/office/officeart/2008/layout/LinedList"/>
    <dgm:cxn modelId="{D19E00AF-EA51-40E9-9E6A-D2358CFF2889}" type="presParOf" srcId="{916EBEE0-8DEE-4C9E-B4F7-BEE140F83F9E}" destId="{96EE087C-35BF-462A-A7C9-B3129414985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111C460-13FC-43D8-8BDD-48E4D9717DF1}" type="doc">
      <dgm:prSet loTypeId="urn:microsoft.com/office/officeart/2018/2/layout/IconCircle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7327589D-A47C-42CA-8B1C-1FE7E0FF88B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ZA" sz="2000" b="1" dirty="0"/>
            <a:t>Formula:</a:t>
          </a:r>
          <a:br>
            <a:rPr lang="en-ZA" sz="2000" dirty="0"/>
          </a:br>
          <a:r>
            <a:rPr lang="en-ZA" sz="2000" dirty="0"/>
            <a:t>P(A|B) = P(B|A) * P(A) / P(B)</a:t>
          </a:r>
          <a:endParaRPr lang="en-US" sz="2000" dirty="0"/>
        </a:p>
      </dgm:t>
    </dgm:pt>
    <dgm:pt modelId="{510DA5F3-494E-495B-BC6D-119C895D142A}" type="parTrans" cxnId="{F33BCEAA-7356-47F4-8FEC-DA22547C7774}">
      <dgm:prSet/>
      <dgm:spPr/>
      <dgm:t>
        <a:bodyPr/>
        <a:lstStyle/>
        <a:p>
          <a:endParaRPr lang="en-US" sz="2800"/>
        </a:p>
      </dgm:t>
    </dgm:pt>
    <dgm:pt modelId="{5A76F32F-CDF2-4F27-B10A-641913D8A478}" type="sibTrans" cxnId="{F33BCEAA-7356-47F4-8FEC-DA22547C7774}">
      <dgm:prSet/>
      <dgm:spPr/>
      <dgm:t>
        <a:bodyPr/>
        <a:lstStyle/>
        <a:p>
          <a:pPr>
            <a:lnSpc>
              <a:spcPct val="100000"/>
            </a:lnSpc>
          </a:pPr>
          <a:endParaRPr lang="en-US" sz="2800"/>
        </a:p>
      </dgm:t>
    </dgm:pt>
    <dgm:pt modelId="{DB3E4EB3-BC9F-436E-B436-3315FE83728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/>
            <a:t>Logic: </a:t>
          </a:r>
          <a:br>
            <a:rPr lang="en-US" sz="2000" dirty="0"/>
          </a:br>
          <a:r>
            <a:rPr lang="en-US" sz="2000" dirty="0"/>
            <a:t>Combine prior knowledge P(A) and observed data P(B∣A) to </a:t>
          </a:r>
          <a:r>
            <a:rPr lang="en-US" sz="2000" b="1" dirty="0"/>
            <a:t>update belief</a:t>
          </a:r>
          <a:endParaRPr lang="en-US" sz="2000" dirty="0"/>
        </a:p>
      </dgm:t>
    </dgm:pt>
    <dgm:pt modelId="{DF9B1310-015B-4E04-8899-3B85F6415620}" type="parTrans" cxnId="{3FB1B0FE-9BB1-45C6-A7C0-8BE39BCEF6BD}">
      <dgm:prSet/>
      <dgm:spPr/>
      <dgm:t>
        <a:bodyPr/>
        <a:lstStyle/>
        <a:p>
          <a:endParaRPr lang="en-US" sz="2800"/>
        </a:p>
      </dgm:t>
    </dgm:pt>
    <dgm:pt modelId="{95F7FF40-A6F3-4947-AE9B-10086998B1C0}" type="sibTrans" cxnId="{3FB1B0FE-9BB1-45C6-A7C0-8BE39BCEF6BD}">
      <dgm:prSet/>
      <dgm:spPr/>
      <dgm:t>
        <a:bodyPr/>
        <a:lstStyle/>
        <a:p>
          <a:pPr>
            <a:lnSpc>
              <a:spcPct val="100000"/>
            </a:lnSpc>
          </a:pPr>
          <a:endParaRPr lang="en-US" sz="2800"/>
        </a:p>
      </dgm:t>
    </dgm:pt>
    <dgm:pt modelId="{6B650E3A-3B4B-464F-8DC0-C99C9E99870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Core to </a:t>
          </a:r>
          <a:r>
            <a:rPr lang="en-US" sz="2000" b="1" dirty="0"/>
            <a:t>Bayesian reasoning</a:t>
          </a:r>
          <a:r>
            <a:rPr lang="en-US" sz="2000" dirty="0"/>
            <a:t>, </a:t>
          </a:r>
          <a:r>
            <a:rPr lang="en-US" sz="2000" b="1" dirty="0"/>
            <a:t>probabilistic classifiers</a:t>
          </a:r>
          <a:r>
            <a:rPr lang="en-US" sz="2000" dirty="0"/>
            <a:t>, and </a:t>
          </a:r>
          <a:r>
            <a:rPr lang="en-US" sz="2000" b="1" dirty="0"/>
            <a:t>medical diagnostics</a:t>
          </a:r>
          <a:endParaRPr lang="en-US" sz="2000" dirty="0"/>
        </a:p>
      </dgm:t>
    </dgm:pt>
    <dgm:pt modelId="{F824B1A3-96A6-4A03-B69A-E07109DBE81A}" type="parTrans" cxnId="{B8429421-2B17-40DA-88B5-72554DA657F7}">
      <dgm:prSet/>
      <dgm:spPr/>
      <dgm:t>
        <a:bodyPr/>
        <a:lstStyle/>
        <a:p>
          <a:endParaRPr lang="en-US" sz="2800"/>
        </a:p>
      </dgm:t>
    </dgm:pt>
    <dgm:pt modelId="{67F63332-852B-4565-A150-26816F127808}" type="sibTrans" cxnId="{B8429421-2B17-40DA-88B5-72554DA657F7}">
      <dgm:prSet/>
      <dgm:spPr/>
      <dgm:t>
        <a:bodyPr/>
        <a:lstStyle/>
        <a:p>
          <a:endParaRPr lang="en-US" sz="2800"/>
        </a:p>
      </dgm:t>
    </dgm:pt>
    <dgm:pt modelId="{EF24CEBD-E24F-4314-94E6-C4948F7E414B}" type="pres">
      <dgm:prSet presAssocID="{C111C460-13FC-43D8-8BDD-48E4D9717DF1}" presName="root" presStyleCnt="0">
        <dgm:presLayoutVars>
          <dgm:dir/>
          <dgm:resizeHandles val="exact"/>
        </dgm:presLayoutVars>
      </dgm:prSet>
      <dgm:spPr/>
    </dgm:pt>
    <dgm:pt modelId="{E6CABD6B-E374-4845-BAEE-186B076549D0}" type="pres">
      <dgm:prSet presAssocID="{C111C460-13FC-43D8-8BDD-48E4D9717DF1}" presName="container" presStyleCnt="0">
        <dgm:presLayoutVars>
          <dgm:dir/>
          <dgm:resizeHandles val="exact"/>
        </dgm:presLayoutVars>
      </dgm:prSet>
      <dgm:spPr/>
    </dgm:pt>
    <dgm:pt modelId="{F7F40C9F-BFC3-40B4-BCD0-CB65A2304145}" type="pres">
      <dgm:prSet presAssocID="{7327589D-A47C-42CA-8B1C-1FE7E0FF88B9}" presName="compNode" presStyleCnt="0"/>
      <dgm:spPr/>
    </dgm:pt>
    <dgm:pt modelId="{4DD9D01E-6C3D-4B9E-BB89-F85C51BA3577}" type="pres">
      <dgm:prSet presAssocID="{7327589D-A47C-42CA-8B1C-1FE7E0FF88B9}" presName="iconBgRect" presStyleLbl="bgShp" presStyleIdx="0" presStyleCnt="3"/>
      <dgm:spPr/>
    </dgm:pt>
    <dgm:pt modelId="{DEC96286-9179-40FC-85F7-6F51FD6FFA50}" type="pres">
      <dgm:prSet presAssocID="{7327589D-A47C-42CA-8B1C-1FE7E0FF88B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"/>
        </a:ext>
      </dgm:extLst>
    </dgm:pt>
    <dgm:pt modelId="{EF154D1D-1FF1-401C-9D4D-0553CC0930A9}" type="pres">
      <dgm:prSet presAssocID="{7327589D-A47C-42CA-8B1C-1FE7E0FF88B9}" presName="spaceRect" presStyleCnt="0"/>
      <dgm:spPr/>
    </dgm:pt>
    <dgm:pt modelId="{1A3F5D7C-CF6E-4559-8EFD-BF7352C4507D}" type="pres">
      <dgm:prSet presAssocID="{7327589D-A47C-42CA-8B1C-1FE7E0FF88B9}" presName="textRect" presStyleLbl="revTx" presStyleIdx="0" presStyleCnt="3">
        <dgm:presLayoutVars>
          <dgm:chMax val="1"/>
          <dgm:chPref val="1"/>
        </dgm:presLayoutVars>
      </dgm:prSet>
      <dgm:spPr/>
    </dgm:pt>
    <dgm:pt modelId="{09016ADD-0359-488B-8171-94EE591736A6}" type="pres">
      <dgm:prSet presAssocID="{5A76F32F-CDF2-4F27-B10A-641913D8A478}" presName="sibTrans" presStyleLbl="sibTrans2D1" presStyleIdx="0" presStyleCnt="0"/>
      <dgm:spPr/>
    </dgm:pt>
    <dgm:pt modelId="{D46DD807-47F5-40D9-9951-0E5CA383015B}" type="pres">
      <dgm:prSet presAssocID="{DB3E4EB3-BC9F-436E-B436-3315FE837284}" presName="compNode" presStyleCnt="0"/>
      <dgm:spPr/>
    </dgm:pt>
    <dgm:pt modelId="{CB982639-7951-4286-8133-DF3048534D76}" type="pres">
      <dgm:prSet presAssocID="{DB3E4EB3-BC9F-436E-B436-3315FE837284}" presName="iconBgRect" presStyleLbl="bgShp" presStyleIdx="1" presStyleCnt="3"/>
      <dgm:spPr/>
    </dgm:pt>
    <dgm:pt modelId="{FDB6C7BB-8471-4DC5-B505-048B3C631A98}" type="pres">
      <dgm:prSet presAssocID="{DB3E4EB3-BC9F-436E-B436-3315FE83728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otes"/>
        </a:ext>
      </dgm:extLst>
    </dgm:pt>
    <dgm:pt modelId="{470052BA-A2EE-4939-894D-BDA2045559A7}" type="pres">
      <dgm:prSet presAssocID="{DB3E4EB3-BC9F-436E-B436-3315FE837284}" presName="spaceRect" presStyleCnt="0"/>
      <dgm:spPr/>
    </dgm:pt>
    <dgm:pt modelId="{0764AB5C-006A-4573-86BB-37864B30854B}" type="pres">
      <dgm:prSet presAssocID="{DB3E4EB3-BC9F-436E-B436-3315FE837284}" presName="textRect" presStyleLbl="revTx" presStyleIdx="1" presStyleCnt="3">
        <dgm:presLayoutVars>
          <dgm:chMax val="1"/>
          <dgm:chPref val="1"/>
        </dgm:presLayoutVars>
      </dgm:prSet>
      <dgm:spPr/>
    </dgm:pt>
    <dgm:pt modelId="{DCA97966-CA02-48FC-83C1-069D27F00D32}" type="pres">
      <dgm:prSet presAssocID="{95F7FF40-A6F3-4947-AE9B-10086998B1C0}" presName="sibTrans" presStyleLbl="sibTrans2D1" presStyleIdx="0" presStyleCnt="0"/>
      <dgm:spPr/>
    </dgm:pt>
    <dgm:pt modelId="{FD68BC6C-7198-4DE1-A039-46BE5DF4C396}" type="pres">
      <dgm:prSet presAssocID="{6B650E3A-3B4B-464F-8DC0-C99C9E99870B}" presName="compNode" presStyleCnt="0"/>
      <dgm:spPr/>
    </dgm:pt>
    <dgm:pt modelId="{89DEE943-4D44-40DD-A44F-589CA2B46D1E}" type="pres">
      <dgm:prSet presAssocID="{6B650E3A-3B4B-464F-8DC0-C99C9E99870B}" presName="iconBgRect" presStyleLbl="bgShp" presStyleIdx="2" presStyleCnt="3"/>
      <dgm:spPr/>
    </dgm:pt>
    <dgm:pt modelId="{BB34A013-A623-4751-88A3-318F4E5C6192}" type="pres">
      <dgm:prSet presAssocID="{6B650E3A-3B4B-464F-8DC0-C99C9E99870B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932DEBB9-97A4-4188-93A5-C04EE444C451}" type="pres">
      <dgm:prSet presAssocID="{6B650E3A-3B4B-464F-8DC0-C99C9E99870B}" presName="spaceRect" presStyleCnt="0"/>
      <dgm:spPr/>
    </dgm:pt>
    <dgm:pt modelId="{CF083013-8DB8-40E3-BDDE-11D955FACE91}" type="pres">
      <dgm:prSet presAssocID="{6B650E3A-3B4B-464F-8DC0-C99C9E99870B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8429421-2B17-40DA-88B5-72554DA657F7}" srcId="{C111C460-13FC-43D8-8BDD-48E4D9717DF1}" destId="{6B650E3A-3B4B-464F-8DC0-C99C9E99870B}" srcOrd="2" destOrd="0" parTransId="{F824B1A3-96A6-4A03-B69A-E07109DBE81A}" sibTransId="{67F63332-852B-4565-A150-26816F127808}"/>
    <dgm:cxn modelId="{43528325-D31E-45C3-B626-220A3A3532C3}" type="presOf" srcId="{5A76F32F-CDF2-4F27-B10A-641913D8A478}" destId="{09016ADD-0359-488B-8171-94EE591736A6}" srcOrd="0" destOrd="0" presId="urn:microsoft.com/office/officeart/2018/2/layout/IconCircleList"/>
    <dgm:cxn modelId="{3EF7CC73-8E3A-4321-A3D4-7E9FC9630FDC}" type="presOf" srcId="{C111C460-13FC-43D8-8BDD-48E4D9717DF1}" destId="{EF24CEBD-E24F-4314-94E6-C4948F7E414B}" srcOrd="0" destOrd="0" presId="urn:microsoft.com/office/officeart/2018/2/layout/IconCircleList"/>
    <dgm:cxn modelId="{5F7835A6-0DCC-45A8-8231-5094E467A469}" type="presOf" srcId="{6B650E3A-3B4B-464F-8DC0-C99C9E99870B}" destId="{CF083013-8DB8-40E3-BDDE-11D955FACE91}" srcOrd="0" destOrd="0" presId="urn:microsoft.com/office/officeart/2018/2/layout/IconCircleList"/>
    <dgm:cxn modelId="{F33BCEAA-7356-47F4-8FEC-DA22547C7774}" srcId="{C111C460-13FC-43D8-8BDD-48E4D9717DF1}" destId="{7327589D-A47C-42CA-8B1C-1FE7E0FF88B9}" srcOrd="0" destOrd="0" parTransId="{510DA5F3-494E-495B-BC6D-119C895D142A}" sibTransId="{5A76F32F-CDF2-4F27-B10A-641913D8A478}"/>
    <dgm:cxn modelId="{AEFEF8B5-57E5-4C5B-B039-1C3DA1754C87}" type="presOf" srcId="{7327589D-A47C-42CA-8B1C-1FE7E0FF88B9}" destId="{1A3F5D7C-CF6E-4559-8EFD-BF7352C4507D}" srcOrd="0" destOrd="0" presId="urn:microsoft.com/office/officeart/2018/2/layout/IconCircleList"/>
    <dgm:cxn modelId="{7322F3C9-F9E2-41B4-998A-267248AEF37B}" type="presOf" srcId="{DB3E4EB3-BC9F-436E-B436-3315FE837284}" destId="{0764AB5C-006A-4573-86BB-37864B30854B}" srcOrd="0" destOrd="0" presId="urn:microsoft.com/office/officeart/2018/2/layout/IconCircleList"/>
    <dgm:cxn modelId="{CEB5FEE1-7866-41CB-A7BD-93ED26DE0641}" type="presOf" srcId="{95F7FF40-A6F3-4947-AE9B-10086998B1C0}" destId="{DCA97966-CA02-48FC-83C1-069D27F00D32}" srcOrd="0" destOrd="0" presId="urn:microsoft.com/office/officeart/2018/2/layout/IconCircleList"/>
    <dgm:cxn modelId="{3FB1B0FE-9BB1-45C6-A7C0-8BE39BCEF6BD}" srcId="{C111C460-13FC-43D8-8BDD-48E4D9717DF1}" destId="{DB3E4EB3-BC9F-436E-B436-3315FE837284}" srcOrd="1" destOrd="0" parTransId="{DF9B1310-015B-4E04-8899-3B85F6415620}" sibTransId="{95F7FF40-A6F3-4947-AE9B-10086998B1C0}"/>
    <dgm:cxn modelId="{C6E541DF-768F-4388-8758-1D027F90397E}" type="presParOf" srcId="{EF24CEBD-E24F-4314-94E6-C4948F7E414B}" destId="{E6CABD6B-E374-4845-BAEE-186B076549D0}" srcOrd="0" destOrd="0" presId="urn:microsoft.com/office/officeart/2018/2/layout/IconCircleList"/>
    <dgm:cxn modelId="{AFCEDA1F-B49B-4DA9-8B41-747E3FDDD816}" type="presParOf" srcId="{E6CABD6B-E374-4845-BAEE-186B076549D0}" destId="{F7F40C9F-BFC3-40B4-BCD0-CB65A2304145}" srcOrd="0" destOrd="0" presId="urn:microsoft.com/office/officeart/2018/2/layout/IconCircleList"/>
    <dgm:cxn modelId="{FE22E13F-C7B5-4F3E-9A0D-5F0D5AF91984}" type="presParOf" srcId="{F7F40C9F-BFC3-40B4-BCD0-CB65A2304145}" destId="{4DD9D01E-6C3D-4B9E-BB89-F85C51BA3577}" srcOrd="0" destOrd="0" presId="urn:microsoft.com/office/officeart/2018/2/layout/IconCircleList"/>
    <dgm:cxn modelId="{F8349388-07A5-411B-8CCF-7C3EC115A9DB}" type="presParOf" srcId="{F7F40C9F-BFC3-40B4-BCD0-CB65A2304145}" destId="{DEC96286-9179-40FC-85F7-6F51FD6FFA50}" srcOrd="1" destOrd="0" presId="urn:microsoft.com/office/officeart/2018/2/layout/IconCircleList"/>
    <dgm:cxn modelId="{DB8471EC-7419-4087-8CC6-55A2BAFB84AF}" type="presParOf" srcId="{F7F40C9F-BFC3-40B4-BCD0-CB65A2304145}" destId="{EF154D1D-1FF1-401C-9D4D-0553CC0930A9}" srcOrd="2" destOrd="0" presId="urn:microsoft.com/office/officeart/2018/2/layout/IconCircleList"/>
    <dgm:cxn modelId="{FD7A290F-D72D-4901-B435-08257EEE0B71}" type="presParOf" srcId="{F7F40C9F-BFC3-40B4-BCD0-CB65A2304145}" destId="{1A3F5D7C-CF6E-4559-8EFD-BF7352C4507D}" srcOrd="3" destOrd="0" presId="urn:microsoft.com/office/officeart/2018/2/layout/IconCircleList"/>
    <dgm:cxn modelId="{47EE6C6F-DDE9-42AA-9E9A-5E23EFEE7D6D}" type="presParOf" srcId="{E6CABD6B-E374-4845-BAEE-186B076549D0}" destId="{09016ADD-0359-488B-8171-94EE591736A6}" srcOrd="1" destOrd="0" presId="urn:microsoft.com/office/officeart/2018/2/layout/IconCircleList"/>
    <dgm:cxn modelId="{E7365CD8-8B6D-42A1-B795-257393C083E6}" type="presParOf" srcId="{E6CABD6B-E374-4845-BAEE-186B076549D0}" destId="{D46DD807-47F5-40D9-9951-0E5CA383015B}" srcOrd="2" destOrd="0" presId="urn:microsoft.com/office/officeart/2018/2/layout/IconCircleList"/>
    <dgm:cxn modelId="{B0B471AB-F757-4532-9F40-ECEFCEBA6535}" type="presParOf" srcId="{D46DD807-47F5-40D9-9951-0E5CA383015B}" destId="{CB982639-7951-4286-8133-DF3048534D76}" srcOrd="0" destOrd="0" presId="urn:microsoft.com/office/officeart/2018/2/layout/IconCircleList"/>
    <dgm:cxn modelId="{02D42464-3C33-4B5B-85BB-83F0A1797A6B}" type="presParOf" srcId="{D46DD807-47F5-40D9-9951-0E5CA383015B}" destId="{FDB6C7BB-8471-4DC5-B505-048B3C631A98}" srcOrd="1" destOrd="0" presId="urn:microsoft.com/office/officeart/2018/2/layout/IconCircleList"/>
    <dgm:cxn modelId="{F4FC6012-BAD1-47CF-ADF6-777DF896C806}" type="presParOf" srcId="{D46DD807-47F5-40D9-9951-0E5CA383015B}" destId="{470052BA-A2EE-4939-894D-BDA2045559A7}" srcOrd="2" destOrd="0" presId="urn:microsoft.com/office/officeart/2018/2/layout/IconCircleList"/>
    <dgm:cxn modelId="{F299BDDD-65B1-406E-B8D5-DA00FDD30048}" type="presParOf" srcId="{D46DD807-47F5-40D9-9951-0E5CA383015B}" destId="{0764AB5C-006A-4573-86BB-37864B30854B}" srcOrd="3" destOrd="0" presId="urn:microsoft.com/office/officeart/2018/2/layout/IconCircleList"/>
    <dgm:cxn modelId="{D49EFE5C-3BD2-4D70-A8DD-DCA24217B31B}" type="presParOf" srcId="{E6CABD6B-E374-4845-BAEE-186B076549D0}" destId="{DCA97966-CA02-48FC-83C1-069D27F00D32}" srcOrd="3" destOrd="0" presId="urn:microsoft.com/office/officeart/2018/2/layout/IconCircleList"/>
    <dgm:cxn modelId="{B5CE1AA3-7342-43E5-B7C6-820D2FCF0B2D}" type="presParOf" srcId="{E6CABD6B-E374-4845-BAEE-186B076549D0}" destId="{FD68BC6C-7198-4DE1-A039-46BE5DF4C396}" srcOrd="4" destOrd="0" presId="urn:microsoft.com/office/officeart/2018/2/layout/IconCircleList"/>
    <dgm:cxn modelId="{9B16C81C-1DD9-4DD2-8F84-C1FA88D6CF72}" type="presParOf" srcId="{FD68BC6C-7198-4DE1-A039-46BE5DF4C396}" destId="{89DEE943-4D44-40DD-A44F-589CA2B46D1E}" srcOrd="0" destOrd="0" presId="urn:microsoft.com/office/officeart/2018/2/layout/IconCircleList"/>
    <dgm:cxn modelId="{47D1C200-A861-46BB-863E-C1DFE948A2CB}" type="presParOf" srcId="{FD68BC6C-7198-4DE1-A039-46BE5DF4C396}" destId="{BB34A013-A623-4751-88A3-318F4E5C6192}" srcOrd="1" destOrd="0" presId="urn:microsoft.com/office/officeart/2018/2/layout/IconCircleList"/>
    <dgm:cxn modelId="{4F7A080D-661C-4B06-9144-7E08295972A9}" type="presParOf" srcId="{FD68BC6C-7198-4DE1-A039-46BE5DF4C396}" destId="{932DEBB9-97A4-4188-93A5-C04EE444C451}" srcOrd="2" destOrd="0" presId="urn:microsoft.com/office/officeart/2018/2/layout/IconCircleList"/>
    <dgm:cxn modelId="{D789C7FA-75AC-44DB-837E-BF50930F20A9}" type="presParOf" srcId="{FD68BC6C-7198-4DE1-A039-46BE5DF4C396}" destId="{CF083013-8DB8-40E3-BDDE-11D955FACE9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A97FC07-7C86-488B-A1F7-AAA9C2D8CEA8}" type="doc">
      <dgm:prSet loTypeId="urn:microsoft.com/office/officeart/2005/8/layout/vList5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4C9317C1-7690-4529-B69F-9AA7E229CE30}">
      <dgm:prSet/>
      <dgm:spPr/>
      <dgm:t>
        <a:bodyPr/>
        <a:lstStyle/>
        <a:p>
          <a:r>
            <a:rPr lang="en-US" b="1"/>
            <a:t>Practical Case Study</a:t>
          </a:r>
          <a:endParaRPr lang="en-US"/>
        </a:p>
      </dgm:t>
    </dgm:pt>
    <dgm:pt modelId="{3FEF11B4-75E1-47E5-9B4A-973CF082FDE4}" type="parTrans" cxnId="{E6504548-141D-45CC-8257-B8BF00D217C1}">
      <dgm:prSet/>
      <dgm:spPr/>
      <dgm:t>
        <a:bodyPr/>
        <a:lstStyle/>
        <a:p>
          <a:endParaRPr lang="en-US"/>
        </a:p>
      </dgm:t>
    </dgm:pt>
    <dgm:pt modelId="{18C9F4F1-B68C-49D4-8BFC-6937A0156B4C}" type="sibTrans" cxnId="{E6504548-141D-45CC-8257-B8BF00D217C1}">
      <dgm:prSet/>
      <dgm:spPr/>
      <dgm:t>
        <a:bodyPr/>
        <a:lstStyle/>
        <a:p>
          <a:endParaRPr lang="en-US"/>
        </a:p>
      </dgm:t>
    </dgm:pt>
    <dgm:pt modelId="{F60389DE-7EF0-4D26-A617-42938D19F0EF}">
      <dgm:prSet/>
      <dgm:spPr/>
      <dgm:t>
        <a:bodyPr/>
        <a:lstStyle/>
        <a:p>
          <a:r>
            <a:rPr lang="en-US" dirty="0"/>
            <a:t>Scenario: A university wants to identify students at risk of failing </a:t>
          </a:r>
          <a:r>
            <a:rPr lang="en-US" dirty="0" err="1"/>
            <a:t>beforethe</a:t>
          </a:r>
          <a:r>
            <a:rPr lang="en-US" dirty="0"/>
            <a:t> final exam.</a:t>
          </a:r>
        </a:p>
      </dgm:t>
    </dgm:pt>
    <dgm:pt modelId="{CC545523-3460-45E9-AA1C-628D90B74D4D}" type="parTrans" cxnId="{B5E0210F-4539-4EEF-9E40-47C61CC390CB}">
      <dgm:prSet/>
      <dgm:spPr/>
      <dgm:t>
        <a:bodyPr/>
        <a:lstStyle/>
        <a:p>
          <a:endParaRPr lang="en-US"/>
        </a:p>
      </dgm:t>
    </dgm:pt>
    <dgm:pt modelId="{052084B7-5966-4E51-AB01-102590357607}" type="sibTrans" cxnId="{B5E0210F-4539-4EEF-9E40-47C61CC390CB}">
      <dgm:prSet/>
      <dgm:spPr/>
      <dgm:t>
        <a:bodyPr/>
        <a:lstStyle/>
        <a:p>
          <a:endParaRPr lang="en-US"/>
        </a:p>
      </dgm:t>
    </dgm:pt>
    <dgm:pt modelId="{B7E9D0D5-F5C9-4CF9-A527-86522E558516}">
      <dgm:prSet/>
      <dgm:spPr/>
      <dgm:t>
        <a:bodyPr/>
        <a:lstStyle/>
        <a:p>
          <a:r>
            <a:rPr lang="en-US" b="1"/>
            <a:t>Your dataset:</a:t>
          </a:r>
          <a:endParaRPr lang="en-US"/>
        </a:p>
      </dgm:t>
    </dgm:pt>
    <dgm:pt modelId="{9F107A5E-BEC3-4A66-8199-F65878CC9F7C}" type="parTrans" cxnId="{02ACBA39-337F-48E5-8A49-2D7AC21D4E12}">
      <dgm:prSet/>
      <dgm:spPr/>
      <dgm:t>
        <a:bodyPr/>
        <a:lstStyle/>
        <a:p>
          <a:endParaRPr lang="en-US"/>
        </a:p>
      </dgm:t>
    </dgm:pt>
    <dgm:pt modelId="{3FC1AD37-8FF3-4456-AD64-4698ACF857B2}" type="sibTrans" cxnId="{02ACBA39-337F-48E5-8A49-2D7AC21D4E12}">
      <dgm:prSet/>
      <dgm:spPr/>
      <dgm:t>
        <a:bodyPr/>
        <a:lstStyle/>
        <a:p>
          <a:endParaRPr lang="en-US"/>
        </a:p>
      </dgm:t>
    </dgm:pt>
    <dgm:pt modelId="{E4D49F7E-DB0A-4A7F-9F24-253DB0D60406}">
      <dgm:prSet/>
      <dgm:spPr/>
      <dgm:t>
        <a:bodyPr/>
        <a:lstStyle/>
        <a:p>
          <a:r>
            <a:rPr lang="en-US" dirty="0"/>
            <a:t>Student 1 — 5 </a:t>
          </a:r>
          <a:r>
            <a:rPr lang="en-US" dirty="0" err="1"/>
            <a:t>hrs</a:t>
          </a:r>
          <a:r>
            <a:rPr lang="en-US" dirty="0"/>
            <a:t> study, 60% attendance, 45 assignment, 48 exam</a:t>
          </a:r>
        </a:p>
      </dgm:t>
    </dgm:pt>
    <dgm:pt modelId="{BBFCE327-6457-4D5C-93B0-077F832C5179}" type="parTrans" cxnId="{8CD980DB-EABB-4ACC-B382-22B770115C5A}">
      <dgm:prSet/>
      <dgm:spPr/>
      <dgm:t>
        <a:bodyPr/>
        <a:lstStyle/>
        <a:p>
          <a:endParaRPr lang="en-US"/>
        </a:p>
      </dgm:t>
    </dgm:pt>
    <dgm:pt modelId="{BDB23205-99FC-40EF-B3B5-2CB57870C903}" type="sibTrans" cxnId="{8CD980DB-EABB-4ACC-B382-22B770115C5A}">
      <dgm:prSet/>
      <dgm:spPr/>
      <dgm:t>
        <a:bodyPr/>
        <a:lstStyle/>
        <a:p>
          <a:endParaRPr lang="en-US"/>
        </a:p>
      </dgm:t>
    </dgm:pt>
    <dgm:pt modelId="{EB3AAB5E-3128-4F5F-9293-A446DCE56926}">
      <dgm:prSet/>
      <dgm:spPr/>
      <dgm:t>
        <a:bodyPr/>
        <a:lstStyle/>
        <a:p>
          <a:r>
            <a:rPr lang="en-US" dirty="0"/>
            <a:t>Student 2 — 8 </a:t>
          </a:r>
          <a:r>
            <a:rPr lang="en-US" dirty="0" err="1"/>
            <a:t>hrs</a:t>
          </a:r>
          <a:r>
            <a:rPr lang="en-US" dirty="0"/>
            <a:t> study, 75% attendance, 58 assignment, 60 exam</a:t>
          </a:r>
        </a:p>
      </dgm:t>
    </dgm:pt>
    <dgm:pt modelId="{3706383F-784B-4889-9225-A3579CCFEB1A}" type="parTrans" cxnId="{FB5B8F9B-EF81-4694-BB4D-A88C8BF2EB1E}">
      <dgm:prSet/>
      <dgm:spPr/>
      <dgm:t>
        <a:bodyPr/>
        <a:lstStyle/>
        <a:p>
          <a:endParaRPr lang="en-US"/>
        </a:p>
      </dgm:t>
    </dgm:pt>
    <dgm:pt modelId="{604B19CC-32A2-433F-B807-DEF7ECDA2696}" type="sibTrans" cxnId="{FB5B8F9B-EF81-4694-BB4D-A88C8BF2EB1E}">
      <dgm:prSet/>
      <dgm:spPr/>
      <dgm:t>
        <a:bodyPr/>
        <a:lstStyle/>
        <a:p>
          <a:endParaRPr lang="en-US"/>
        </a:p>
      </dgm:t>
    </dgm:pt>
    <dgm:pt modelId="{9C9AFF3E-80D6-4EA1-B2A8-B1B4C60E6203}">
      <dgm:prSet/>
      <dgm:spPr/>
      <dgm:t>
        <a:bodyPr/>
        <a:lstStyle/>
        <a:p>
          <a:r>
            <a:rPr lang="en-US" dirty="0"/>
            <a:t>Student 3 — 10 </a:t>
          </a:r>
          <a:r>
            <a:rPr lang="en-US" dirty="0" err="1"/>
            <a:t>hrs</a:t>
          </a:r>
          <a:r>
            <a:rPr lang="en-US" dirty="0"/>
            <a:t> study, 80% attendance, 62 assignment, 67 exam</a:t>
          </a:r>
        </a:p>
      </dgm:t>
    </dgm:pt>
    <dgm:pt modelId="{FB8CD5FB-2BE2-4CE2-88BD-81DF3AB9BE1C}" type="parTrans" cxnId="{2577881C-F0A7-4000-9CF8-1298CF51DBFC}">
      <dgm:prSet/>
      <dgm:spPr/>
      <dgm:t>
        <a:bodyPr/>
        <a:lstStyle/>
        <a:p>
          <a:endParaRPr lang="en-US"/>
        </a:p>
      </dgm:t>
    </dgm:pt>
    <dgm:pt modelId="{50F6DC4D-F158-43CC-94D5-90EB82124B4C}" type="sibTrans" cxnId="{2577881C-F0A7-4000-9CF8-1298CF51DBFC}">
      <dgm:prSet/>
      <dgm:spPr/>
      <dgm:t>
        <a:bodyPr/>
        <a:lstStyle/>
        <a:p>
          <a:endParaRPr lang="en-US"/>
        </a:p>
      </dgm:t>
    </dgm:pt>
    <dgm:pt modelId="{AF9FB8F6-25D8-4453-8F16-05B9DAE33F01}">
      <dgm:prSet/>
      <dgm:spPr/>
      <dgm:t>
        <a:bodyPr/>
        <a:lstStyle/>
        <a:p>
          <a:r>
            <a:rPr lang="en-US" dirty="0"/>
            <a:t>Student 4 — 12 </a:t>
          </a:r>
          <a:r>
            <a:rPr lang="en-US" dirty="0" err="1"/>
            <a:t>hrs</a:t>
          </a:r>
          <a:r>
            <a:rPr lang="en-US" dirty="0"/>
            <a:t> study, 85% attendance, 70 assignment, 74 exam</a:t>
          </a:r>
        </a:p>
      </dgm:t>
    </dgm:pt>
    <dgm:pt modelId="{4FD871B8-D72C-479A-9AB0-6DB241DB54E6}" type="parTrans" cxnId="{F07FC189-CB24-499D-B243-8FAFF9B52147}">
      <dgm:prSet/>
      <dgm:spPr/>
      <dgm:t>
        <a:bodyPr/>
        <a:lstStyle/>
        <a:p>
          <a:endParaRPr lang="en-US"/>
        </a:p>
      </dgm:t>
    </dgm:pt>
    <dgm:pt modelId="{3023CB8E-2095-4716-BF8D-E3E90582DE06}" type="sibTrans" cxnId="{F07FC189-CB24-499D-B243-8FAFF9B52147}">
      <dgm:prSet/>
      <dgm:spPr/>
      <dgm:t>
        <a:bodyPr/>
        <a:lstStyle/>
        <a:p>
          <a:endParaRPr lang="en-US"/>
        </a:p>
      </dgm:t>
    </dgm:pt>
    <dgm:pt modelId="{B4C1F601-1BF3-4E00-983A-C6E284B0197A}">
      <dgm:prSet/>
      <dgm:spPr/>
      <dgm:t>
        <a:bodyPr/>
        <a:lstStyle/>
        <a:p>
          <a:r>
            <a:rPr lang="en-US" dirty="0"/>
            <a:t>Student 5 — 15 </a:t>
          </a:r>
          <a:r>
            <a:rPr lang="en-US" dirty="0" err="1"/>
            <a:t>hrs</a:t>
          </a:r>
          <a:r>
            <a:rPr lang="en-US" dirty="0"/>
            <a:t> study, 90% attendance, 82 assignment, 85 exam</a:t>
          </a:r>
        </a:p>
      </dgm:t>
    </dgm:pt>
    <dgm:pt modelId="{AA9D86F0-D5C8-445F-92D4-275AB8D19A45}" type="parTrans" cxnId="{431740AF-5283-4E8B-AE8E-45A2B124759D}">
      <dgm:prSet/>
      <dgm:spPr/>
      <dgm:t>
        <a:bodyPr/>
        <a:lstStyle/>
        <a:p>
          <a:endParaRPr lang="en-US"/>
        </a:p>
      </dgm:t>
    </dgm:pt>
    <dgm:pt modelId="{7C9FC8EB-261B-43FD-ABE0-E684E137733D}" type="sibTrans" cxnId="{431740AF-5283-4E8B-AE8E-45A2B124759D}">
      <dgm:prSet/>
      <dgm:spPr/>
      <dgm:t>
        <a:bodyPr/>
        <a:lstStyle/>
        <a:p>
          <a:endParaRPr lang="en-US"/>
        </a:p>
      </dgm:t>
    </dgm:pt>
    <dgm:pt modelId="{40C86D33-D978-430C-B3B6-37ABEFFAA7F2}">
      <dgm:prSet/>
      <dgm:spPr/>
      <dgm:t>
        <a:bodyPr/>
        <a:lstStyle/>
        <a:p>
          <a:r>
            <a:rPr lang="en-US" dirty="0"/>
            <a:t>Student 6 — 18 </a:t>
          </a:r>
          <a:r>
            <a:rPr lang="en-US" dirty="0" err="1"/>
            <a:t>hrs</a:t>
          </a:r>
          <a:r>
            <a:rPr lang="en-US" dirty="0"/>
            <a:t> study, 95% attendance, 90 assignment, 92 exam</a:t>
          </a:r>
        </a:p>
      </dgm:t>
    </dgm:pt>
    <dgm:pt modelId="{4F086F39-DF93-4AFF-AF6B-D1A4362855F6}" type="parTrans" cxnId="{6B26EB07-E6A0-4A11-A28C-21A591D9C552}">
      <dgm:prSet/>
      <dgm:spPr/>
      <dgm:t>
        <a:bodyPr/>
        <a:lstStyle/>
        <a:p>
          <a:endParaRPr lang="en-US"/>
        </a:p>
      </dgm:t>
    </dgm:pt>
    <dgm:pt modelId="{6B8C9986-3B99-42B5-82A1-66BB3E0908B1}" type="sibTrans" cxnId="{6B26EB07-E6A0-4A11-A28C-21A591D9C552}">
      <dgm:prSet/>
      <dgm:spPr/>
      <dgm:t>
        <a:bodyPr/>
        <a:lstStyle/>
        <a:p>
          <a:endParaRPr lang="en-US"/>
        </a:p>
      </dgm:t>
    </dgm:pt>
    <dgm:pt modelId="{4FD49DFD-B549-46C0-8C11-DD6A8D6A769B}">
      <dgm:prSet/>
      <dgm:spPr/>
      <dgm:t>
        <a:bodyPr/>
        <a:lstStyle/>
        <a:p>
          <a:r>
            <a:rPr lang="en-US" b="1" i="1"/>
            <a:t>Variables: Study Hours | Attendance | Assignment Score | Exam Score</a:t>
          </a:r>
          <a:endParaRPr lang="en-US" b="1"/>
        </a:p>
      </dgm:t>
    </dgm:pt>
    <dgm:pt modelId="{A2DDC3E8-9E1E-4FB7-B2F8-CCC45C1D94C3}" type="parTrans" cxnId="{7C01DCA7-0094-428F-AB4D-8366E25E8BBB}">
      <dgm:prSet/>
      <dgm:spPr/>
      <dgm:t>
        <a:bodyPr/>
        <a:lstStyle/>
        <a:p>
          <a:endParaRPr lang="en-US"/>
        </a:p>
      </dgm:t>
    </dgm:pt>
    <dgm:pt modelId="{4A34C511-F53F-44D5-A08E-6791812CAF7C}" type="sibTrans" cxnId="{7C01DCA7-0094-428F-AB4D-8366E25E8BBB}">
      <dgm:prSet/>
      <dgm:spPr/>
      <dgm:t>
        <a:bodyPr/>
        <a:lstStyle/>
        <a:p>
          <a:endParaRPr lang="en-US"/>
        </a:p>
      </dgm:t>
    </dgm:pt>
    <dgm:pt modelId="{C0E8283E-73FD-47F1-B221-46C5192FB147}" type="pres">
      <dgm:prSet presAssocID="{3A97FC07-7C86-488B-A1F7-AAA9C2D8CEA8}" presName="Name0" presStyleCnt="0">
        <dgm:presLayoutVars>
          <dgm:dir/>
          <dgm:animLvl val="lvl"/>
          <dgm:resizeHandles val="exact"/>
        </dgm:presLayoutVars>
      </dgm:prSet>
      <dgm:spPr/>
    </dgm:pt>
    <dgm:pt modelId="{E8CFC8F7-7527-4AAA-BD57-CC56A4AC6B1E}" type="pres">
      <dgm:prSet presAssocID="{4C9317C1-7690-4529-B69F-9AA7E229CE30}" presName="linNode" presStyleCnt="0"/>
      <dgm:spPr/>
    </dgm:pt>
    <dgm:pt modelId="{060A004D-6F7F-493B-AE91-97588A288641}" type="pres">
      <dgm:prSet presAssocID="{4C9317C1-7690-4529-B69F-9AA7E229CE30}" presName="parentText" presStyleLbl="node1" presStyleIdx="0" presStyleCnt="10">
        <dgm:presLayoutVars>
          <dgm:chMax val="1"/>
          <dgm:bulletEnabled val="1"/>
        </dgm:presLayoutVars>
      </dgm:prSet>
      <dgm:spPr/>
    </dgm:pt>
    <dgm:pt modelId="{792DA9F1-8AE6-442A-9E9B-0B38FD0E43A7}" type="pres">
      <dgm:prSet presAssocID="{18C9F4F1-B68C-49D4-8BFC-6937A0156B4C}" presName="sp" presStyleCnt="0"/>
      <dgm:spPr/>
    </dgm:pt>
    <dgm:pt modelId="{4E7DB881-FEFA-4087-9287-A0D2B3724920}" type="pres">
      <dgm:prSet presAssocID="{F60389DE-7EF0-4D26-A617-42938D19F0EF}" presName="linNode" presStyleCnt="0"/>
      <dgm:spPr/>
    </dgm:pt>
    <dgm:pt modelId="{F3B3274B-9648-4686-A791-5DDBBC3564DA}" type="pres">
      <dgm:prSet presAssocID="{F60389DE-7EF0-4D26-A617-42938D19F0EF}" presName="parentText" presStyleLbl="node1" presStyleIdx="1" presStyleCnt="10">
        <dgm:presLayoutVars>
          <dgm:chMax val="1"/>
          <dgm:bulletEnabled val="1"/>
        </dgm:presLayoutVars>
      </dgm:prSet>
      <dgm:spPr/>
    </dgm:pt>
    <dgm:pt modelId="{2A949470-FD7A-46CC-80CC-7DE51D61D473}" type="pres">
      <dgm:prSet presAssocID="{052084B7-5966-4E51-AB01-102590357607}" presName="sp" presStyleCnt="0"/>
      <dgm:spPr/>
    </dgm:pt>
    <dgm:pt modelId="{E3536E3E-35B1-40E4-BF8F-1DE37DCB3662}" type="pres">
      <dgm:prSet presAssocID="{B7E9D0D5-F5C9-4CF9-A527-86522E558516}" presName="linNode" presStyleCnt="0"/>
      <dgm:spPr/>
    </dgm:pt>
    <dgm:pt modelId="{F33B6C1B-3A0D-49C2-83A8-20AC97D8E9AD}" type="pres">
      <dgm:prSet presAssocID="{B7E9D0D5-F5C9-4CF9-A527-86522E558516}" presName="parentText" presStyleLbl="node1" presStyleIdx="2" presStyleCnt="10">
        <dgm:presLayoutVars>
          <dgm:chMax val="1"/>
          <dgm:bulletEnabled val="1"/>
        </dgm:presLayoutVars>
      </dgm:prSet>
      <dgm:spPr/>
    </dgm:pt>
    <dgm:pt modelId="{85DB7D5E-3710-47F4-95CE-F38B95A587FF}" type="pres">
      <dgm:prSet presAssocID="{3FC1AD37-8FF3-4456-AD64-4698ACF857B2}" presName="sp" presStyleCnt="0"/>
      <dgm:spPr/>
    </dgm:pt>
    <dgm:pt modelId="{63727302-E937-40BE-85D2-C0A7D96D69ED}" type="pres">
      <dgm:prSet presAssocID="{E4D49F7E-DB0A-4A7F-9F24-253DB0D60406}" presName="linNode" presStyleCnt="0"/>
      <dgm:spPr/>
    </dgm:pt>
    <dgm:pt modelId="{704B496F-C8AA-48E4-B4D3-AB5EA700A2B3}" type="pres">
      <dgm:prSet presAssocID="{E4D49F7E-DB0A-4A7F-9F24-253DB0D60406}" presName="parentText" presStyleLbl="node1" presStyleIdx="3" presStyleCnt="10">
        <dgm:presLayoutVars>
          <dgm:chMax val="1"/>
          <dgm:bulletEnabled val="1"/>
        </dgm:presLayoutVars>
      </dgm:prSet>
      <dgm:spPr/>
    </dgm:pt>
    <dgm:pt modelId="{BFECFCF2-2FE6-4A5A-9323-32D211CFCEEC}" type="pres">
      <dgm:prSet presAssocID="{BDB23205-99FC-40EF-B3B5-2CB57870C903}" presName="sp" presStyleCnt="0"/>
      <dgm:spPr/>
    </dgm:pt>
    <dgm:pt modelId="{09326E3A-EA1E-4BC3-87D9-B14C6A4ED1AD}" type="pres">
      <dgm:prSet presAssocID="{EB3AAB5E-3128-4F5F-9293-A446DCE56926}" presName="linNode" presStyleCnt="0"/>
      <dgm:spPr/>
    </dgm:pt>
    <dgm:pt modelId="{4A536B91-F091-4A2C-AB1F-6C9D704D8163}" type="pres">
      <dgm:prSet presAssocID="{EB3AAB5E-3128-4F5F-9293-A446DCE56926}" presName="parentText" presStyleLbl="node1" presStyleIdx="4" presStyleCnt="10">
        <dgm:presLayoutVars>
          <dgm:chMax val="1"/>
          <dgm:bulletEnabled val="1"/>
        </dgm:presLayoutVars>
      </dgm:prSet>
      <dgm:spPr/>
    </dgm:pt>
    <dgm:pt modelId="{DCD5971F-3010-4633-9AD0-AEC7DCFD0E25}" type="pres">
      <dgm:prSet presAssocID="{604B19CC-32A2-433F-B807-DEF7ECDA2696}" presName="sp" presStyleCnt="0"/>
      <dgm:spPr/>
    </dgm:pt>
    <dgm:pt modelId="{F030815C-FD7A-462A-ADD7-26A361385C22}" type="pres">
      <dgm:prSet presAssocID="{9C9AFF3E-80D6-4EA1-B2A8-B1B4C60E6203}" presName="linNode" presStyleCnt="0"/>
      <dgm:spPr/>
    </dgm:pt>
    <dgm:pt modelId="{CA594198-1509-496E-8D10-684FC55B438F}" type="pres">
      <dgm:prSet presAssocID="{9C9AFF3E-80D6-4EA1-B2A8-B1B4C60E6203}" presName="parentText" presStyleLbl="node1" presStyleIdx="5" presStyleCnt="10">
        <dgm:presLayoutVars>
          <dgm:chMax val="1"/>
          <dgm:bulletEnabled val="1"/>
        </dgm:presLayoutVars>
      </dgm:prSet>
      <dgm:spPr/>
    </dgm:pt>
    <dgm:pt modelId="{FE4B63DF-364B-4A7E-BADA-ED13B0154817}" type="pres">
      <dgm:prSet presAssocID="{50F6DC4D-F158-43CC-94D5-90EB82124B4C}" presName="sp" presStyleCnt="0"/>
      <dgm:spPr/>
    </dgm:pt>
    <dgm:pt modelId="{309140BE-379D-48B8-8F13-330712AF5C25}" type="pres">
      <dgm:prSet presAssocID="{AF9FB8F6-25D8-4453-8F16-05B9DAE33F01}" presName="linNode" presStyleCnt="0"/>
      <dgm:spPr/>
    </dgm:pt>
    <dgm:pt modelId="{94D036F0-32CE-48FB-998A-A80E6F6779F4}" type="pres">
      <dgm:prSet presAssocID="{AF9FB8F6-25D8-4453-8F16-05B9DAE33F01}" presName="parentText" presStyleLbl="node1" presStyleIdx="6" presStyleCnt="10">
        <dgm:presLayoutVars>
          <dgm:chMax val="1"/>
          <dgm:bulletEnabled val="1"/>
        </dgm:presLayoutVars>
      </dgm:prSet>
      <dgm:spPr/>
    </dgm:pt>
    <dgm:pt modelId="{5BE5C224-3ADC-45D4-A1E3-52008652D04D}" type="pres">
      <dgm:prSet presAssocID="{3023CB8E-2095-4716-BF8D-E3E90582DE06}" presName="sp" presStyleCnt="0"/>
      <dgm:spPr/>
    </dgm:pt>
    <dgm:pt modelId="{15DBB3A2-8CF0-4C5E-9656-BAC1112318AA}" type="pres">
      <dgm:prSet presAssocID="{B4C1F601-1BF3-4E00-983A-C6E284B0197A}" presName="linNode" presStyleCnt="0"/>
      <dgm:spPr/>
    </dgm:pt>
    <dgm:pt modelId="{6BBF8848-6B39-4B42-8E0A-FCFA1CD1A6D7}" type="pres">
      <dgm:prSet presAssocID="{B4C1F601-1BF3-4E00-983A-C6E284B0197A}" presName="parentText" presStyleLbl="node1" presStyleIdx="7" presStyleCnt="10">
        <dgm:presLayoutVars>
          <dgm:chMax val="1"/>
          <dgm:bulletEnabled val="1"/>
        </dgm:presLayoutVars>
      </dgm:prSet>
      <dgm:spPr/>
    </dgm:pt>
    <dgm:pt modelId="{56879815-E76A-41BB-AD03-D9F17293A2E6}" type="pres">
      <dgm:prSet presAssocID="{7C9FC8EB-261B-43FD-ABE0-E684E137733D}" presName="sp" presStyleCnt="0"/>
      <dgm:spPr/>
    </dgm:pt>
    <dgm:pt modelId="{BF175BB4-A6D0-4F00-AF3E-C9F6932FA295}" type="pres">
      <dgm:prSet presAssocID="{40C86D33-D978-430C-B3B6-37ABEFFAA7F2}" presName="linNode" presStyleCnt="0"/>
      <dgm:spPr/>
    </dgm:pt>
    <dgm:pt modelId="{FCB9AFB3-5C09-4846-A46B-A82CC8C40B9E}" type="pres">
      <dgm:prSet presAssocID="{40C86D33-D978-430C-B3B6-37ABEFFAA7F2}" presName="parentText" presStyleLbl="node1" presStyleIdx="8" presStyleCnt="10">
        <dgm:presLayoutVars>
          <dgm:chMax val="1"/>
          <dgm:bulletEnabled val="1"/>
        </dgm:presLayoutVars>
      </dgm:prSet>
      <dgm:spPr/>
    </dgm:pt>
    <dgm:pt modelId="{636BB380-A795-471E-8271-B0B58DD8CEF9}" type="pres">
      <dgm:prSet presAssocID="{6B8C9986-3B99-42B5-82A1-66BB3E0908B1}" presName="sp" presStyleCnt="0"/>
      <dgm:spPr/>
    </dgm:pt>
    <dgm:pt modelId="{4960E17B-730E-4561-BBE0-5B5742EBA14F}" type="pres">
      <dgm:prSet presAssocID="{4FD49DFD-B549-46C0-8C11-DD6A8D6A769B}" presName="linNode" presStyleCnt="0"/>
      <dgm:spPr/>
    </dgm:pt>
    <dgm:pt modelId="{929CBC64-5084-44A0-AE8C-1AD91DA7BA56}" type="pres">
      <dgm:prSet presAssocID="{4FD49DFD-B549-46C0-8C11-DD6A8D6A769B}" presName="parentText" presStyleLbl="node1" presStyleIdx="9" presStyleCnt="10">
        <dgm:presLayoutVars>
          <dgm:chMax val="1"/>
          <dgm:bulletEnabled val="1"/>
        </dgm:presLayoutVars>
      </dgm:prSet>
      <dgm:spPr/>
    </dgm:pt>
  </dgm:ptLst>
  <dgm:cxnLst>
    <dgm:cxn modelId="{6B26EB07-E6A0-4A11-A28C-21A591D9C552}" srcId="{3A97FC07-7C86-488B-A1F7-AAA9C2D8CEA8}" destId="{40C86D33-D978-430C-B3B6-37ABEFFAA7F2}" srcOrd="8" destOrd="0" parTransId="{4F086F39-DF93-4AFF-AF6B-D1A4362855F6}" sibTransId="{6B8C9986-3B99-42B5-82A1-66BB3E0908B1}"/>
    <dgm:cxn modelId="{C4905C0D-EB74-4E63-A207-769773477318}" type="presOf" srcId="{4C9317C1-7690-4529-B69F-9AA7E229CE30}" destId="{060A004D-6F7F-493B-AE91-97588A288641}" srcOrd="0" destOrd="0" presId="urn:microsoft.com/office/officeart/2005/8/layout/vList5"/>
    <dgm:cxn modelId="{98B50E0F-ADCC-4E61-A47F-75267C28BBAD}" type="presOf" srcId="{4FD49DFD-B549-46C0-8C11-DD6A8D6A769B}" destId="{929CBC64-5084-44A0-AE8C-1AD91DA7BA56}" srcOrd="0" destOrd="0" presId="urn:microsoft.com/office/officeart/2005/8/layout/vList5"/>
    <dgm:cxn modelId="{B5E0210F-4539-4EEF-9E40-47C61CC390CB}" srcId="{3A97FC07-7C86-488B-A1F7-AAA9C2D8CEA8}" destId="{F60389DE-7EF0-4D26-A617-42938D19F0EF}" srcOrd="1" destOrd="0" parTransId="{CC545523-3460-45E9-AA1C-628D90B74D4D}" sibTransId="{052084B7-5966-4E51-AB01-102590357607}"/>
    <dgm:cxn modelId="{2577881C-F0A7-4000-9CF8-1298CF51DBFC}" srcId="{3A97FC07-7C86-488B-A1F7-AAA9C2D8CEA8}" destId="{9C9AFF3E-80D6-4EA1-B2A8-B1B4C60E6203}" srcOrd="5" destOrd="0" parTransId="{FB8CD5FB-2BE2-4CE2-88BD-81DF3AB9BE1C}" sibTransId="{50F6DC4D-F158-43CC-94D5-90EB82124B4C}"/>
    <dgm:cxn modelId="{02ACBA39-337F-48E5-8A49-2D7AC21D4E12}" srcId="{3A97FC07-7C86-488B-A1F7-AAA9C2D8CEA8}" destId="{B7E9D0D5-F5C9-4CF9-A527-86522E558516}" srcOrd="2" destOrd="0" parTransId="{9F107A5E-BEC3-4A66-8199-F65878CC9F7C}" sibTransId="{3FC1AD37-8FF3-4456-AD64-4698ACF857B2}"/>
    <dgm:cxn modelId="{E6504548-141D-45CC-8257-B8BF00D217C1}" srcId="{3A97FC07-7C86-488B-A1F7-AAA9C2D8CEA8}" destId="{4C9317C1-7690-4529-B69F-9AA7E229CE30}" srcOrd="0" destOrd="0" parTransId="{3FEF11B4-75E1-47E5-9B4A-973CF082FDE4}" sibTransId="{18C9F4F1-B68C-49D4-8BFC-6937A0156B4C}"/>
    <dgm:cxn modelId="{5724236B-49DD-459A-9F0D-AFD396F03ACA}" type="presOf" srcId="{9C9AFF3E-80D6-4EA1-B2A8-B1B4C60E6203}" destId="{CA594198-1509-496E-8D10-684FC55B438F}" srcOrd="0" destOrd="0" presId="urn:microsoft.com/office/officeart/2005/8/layout/vList5"/>
    <dgm:cxn modelId="{44DE5671-3D66-4C72-A056-C7141B631A6D}" type="presOf" srcId="{E4D49F7E-DB0A-4A7F-9F24-253DB0D60406}" destId="{704B496F-C8AA-48E4-B4D3-AB5EA700A2B3}" srcOrd="0" destOrd="0" presId="urn:microsoft.com/office/officeart/2005/8/layout/vList5"/>
    <dgm:cxn modelId="{F0DAC156-9FA7-409D-A30E-B07F61E946FF}" type="presOf" srcId="{B4C1F601-1BF3-4E00-983A-C6E284B0197A}" destId="{6BBF8848-6B39-4B42-8E0A-FCFA1CD1A6D7}" srcOrd="0" destOrd="0" presId="urn:microsoft.com/office/officeart/2005/8/layout/vList5"/>
    <dgm:cxn modelId="{F07FC189-CB24-499D-B243-8FAFF9B52147}" srcId="{3A97FC07-7C86-488B-A1F7-AAA9C2D8CEA8}" destId="{AF9FB8F6-25D8-4453-8F16-05B9DAE33F01}" srcOrd="6" destOrd="0" parTransId="{4FD871B8-D72C-479A-9AB0-6DB241DB54E6}" sibTransId="{3023CB8E-2095-4716-BF8D-E3E90582DE06}"/>
    <dgm:cxn modelId="{8255298F-70ED-47BE-9336-D81BECBE859C}" type="presOf" srcId="{3A97FC07-7C86-488B-A1F7-AAA9C2D8CEA8}" destId="{C0E8283E-73FD-47F1-B221-46C5192FB147}" srcOrd="0" destOrd="0" presId="urn:microsoft.com/office/officeart/2005/8/layout/vList5"/>
    <dgm:cxn modelId="{FB5B8F9B-EF81-4694-BB4D-A88C8BF2EB1E}" srcId="{3A97FC07-7C86-488B-A1F7-AAA9C2D8CEA8}" destId="{EB3AAB5E-3128-4F5F-9293-A446DCE56926}" srcOrd="4" destOrd="0" parTransId="{3706383F-784B-4889-9225-A3579CCFEB1A}" sibTransId="{604B19CC-32A2-433F-B807-DEF7ECDA2696}"/>
    <dgm:cxn modelId="{DA36569C-4A69-4358-AB42-B37CFF6AF524}" type="presOf" srcId="{40C86D33-D978-430C-B3B6-37ABEFFAA7F2}" destId="{FCB9AFB3-5C09-4846-A46B-A82CC8C40B9E}" srcOrd="0" destOrd="0" presId="urn:microsoft.com/office/officeart/2005/8/layout/vList5"/>
    <dgm:cxn modelId="{7C01DCA7-0094-428F-AB4D-8366E25E8BBB}" srcId="{3A97FC07-7C86-488B-A1F7-AAA9C2D8CEA8}" destId="{4FD49DFD-B549-46C0-8C11-DD6A8D6A769B}" srcOrd="9" destOrd="0" parTransId="{A2DDC3E8-9E1E-4FB7-B2F8-CCC45C1D94C3}" sibTransId="{4A34C511-F53F-44D5-A08E-6791812CAF7C}"/>
    <dgm:cxn modelId="{431740AF-5283-4E8B-AE8E-45A2B124759D}" srcId="{3A97FC07-7C86-488B-A1F7-AAA9C2D8CEA8}" destId="{B4C1F601-1BF3-4E00-983A-C6E284B0197A}" srcOrd="7" destOrd="0" parTransId="{AA9D86F0-D5C8-445F-92D4-275AB8D19A45}" sibTransId="{7C9FC8EB-261B-43FD-ABE0-E684E137733D}"/>
    <dgm:cxn modelId="{10F23DB3-DBB7-4DB5-87D3-2F1EDBCC8745}" type="presOf" srcId="{EB3AAB5E-3128-4F5F-9293-A446DCE56926}" destId="{4A536B91-F091-4A2C-AB1F-6C9D704D8163}" srcOrd="0" destOrd="0" presId="urn:microsoft.com/office/officeart/2005/8/layout/vList5"/>
    <dgm:cxn modelId="{85BA85CF-EFB9-41C3-99E4-6C7102D9BC2B}" type="presOf" srcId="{B7E9D0D5-F5C9-4CF9-A527-86522E558516}" destId="{F33B6C1B-3A0D-49C2-83A8-20AC97D8E9AD}" srcOrd="0" destOrd="0" presId="urn:microsoft.com/office/officeart/2005/8/layout/vList5"/>
    <dgm:cxn modelId="{D1ABB9D0-5E8A-436A-9DDC-69427D9D46C3}" type="presOf" srcId="{F60389DE-7EF0-4D26-A617-42938D19F0EF}" destId="{F3B3274B-9648-4686-A791-5DDBBC3564DA}" srcOrd="0" destOrd="0" presId="urn:microsoft.com/office/officeart/2005/8/layout/vList5"/>
    <dgm:cxn modelId="{8CD980DB-EABB-4ACC-B382-22B770115C5A}" srcId="{3A97FC07-7C86-488B-A1F7-AAA9C2D8CEA8}" destId="{E4D49F7E-DB0A-4A7F-9F24-253DB0D60406}" srcOrd="3" destOrd="0" parTransId="{BBFCE327-6457-4D5C-93B0-077F832C5179}" sibTransId="{BDB23205-99FC-40EF-B3B5-2CB57870C903}"/>
    <dgm:cxn modelId="{7C48F4E4-0B85-4B20-8081-09AE199C368F}" type="presOf" srcId="{AF9FB8F6-25D8-4453-8F16-05B9DAE33F01}" destId="{94D036F0-32CE-48FB-998A-A80E6F6779F4}" srcOrd="0" destOrd="0" presId="urn:microsoft.com/office/officeart/2005/8/layout/vList5"/>
    <dgm:cxn modelId="{1DFDAF39-7CA8-4EBD-8DEC-ED1B6B66317B}" type="presParOf" srcId="{C0E8283E-73FD-47F1-B221-46C5192FB147}" destId="{E8CFC8F7-7527-4AAA-BD57-CC56A4AC6B1E}" srcOrd="0" destOrd="0" presId="urn:microsoft.com/office/officeart/2005/8/layout/vList5"/>
    <dgm:cxn modelId="{5809BE58-7101-436A-8A1C-7135EC8D4BCF}" type="presParOf" srcId="{E8CFC8F7-7527-4AAA-BD57-CC56A4AC6B1E}" destId="{060A004D-6F7F-493B-AE91-97588A288641}" srcOrd="0" destOrd="0" presId="urn:microsoft.com/office/officeart/2005/8/layout/vList5"/>
    <dgm:cxn modelId="{634FC5C2-0F65-413D-BB37-4BCB0A8CFFBB}" type="presParOf" srcId="{C0E8283E-73FD-47F1-B221-46C5192FB147}" destId="{792DA9F1-8AE6-442A-9E9B-0B38FD0E43A7}" srcOrd="1" destOrd="0" presId="urn:microsoft.com/office/officeart/2005/8/layout/vList5"/>
    <dgm:cxn modelId="{E97A9759-91FF-4039-98F8-B452465C9F9C}" type="presParOf" srcId="{C0E8283E-73FD-47F1-B221-46C5192FB147}" destId="{4E7DB881-FEFA-4087-9287-A0D2B3724920}" srcOrd="2" destOrd="0" presId="urn:microsoft.com/office/officeart/2005/8/layout/vList5"/>
    <dgm:cxn modelId="{3AA6E7D2-FFC0-4352-B98A-B25B85D7FC48}" type="presParOf" srcId="{4E7DB881-FEFA-4087-9287-A0D2B3724920}" destId="{F3B3274B-9648-4686-A791-5DDBBC3564DA}" srcOrd="0" destOrd="0" presId="urn:microsoft.com/office/officeart/2005/8/layout/vList5"/>
    <dgm:cxn modelId="{DEB09621-C5CE-46C3-AFA7-FD38828D0E58}" type="presParOf" srcId="{C0E8283E-73FD-47F1-B221-46C5192FB147}" destId="{2A949470-FD7A-46CC-80CC-7DE51D61D473}" srcOrd="3" destOrd="0" presId="urn:microsoft.com/office/officeart/2005/8/layout/vList5"/>
    <dgm:cxn modelId="{017B13D4-31E0-451F-ABFE-A8B0B9831AA2}" type="presParOf" srcId="{C0E8283E-73FD-47F1-B221-46C5192FB147}" destId="{E3536E3E-35B1-40E4-BF8F-1DE37DCB3662}" srcOrd="4" destOrd="0" presId="urn:microsoft.com/office/officeart/2005/8/layout/vList5"/>
    <dgm:cxn modelId="{D9DD47D5-A7D2-4739-B014-53A4198111CD}" type="presParOf" srcId="{E3536E3E-35B1-40E4-BF8F-1DE37DCB3662}" destId="{F33B6C1B-3A0D-49C2-83A8-20AC97D8E9AD}" srcOrd="0" destOrd="0" presId="urn:microsoft.com/office/officeart/2005/8/layout/vList5"/>
    <dgm:cxn modelId="{CC3561F0-A74F-4E42-A810-A95C349468A1}" type="presParOf" srcId="{C0E8283E-73FD-47F1-B221-46C5192FB147}" destId="{85DB7D5E-3710-47F4-95CE-F38B95A587FF}" srcOrd="5" destOrd="0" presId="urn:microsoft.com/office/officeart/2005/8/layout/vList5"/>
    <dgm:cxn modelId="{CEA7DD8E-B3D5-4204-8C31-DD89D7EA32CA}" type="presParOf" srcId="{C0E8283E-73FD-47F1-B221-46C5192FB147}" destId="{63727302-E937-40BE-85D2-C0A7D96D69ED}" srcOrd="6" destOrd="0" presId="urn:microsoft.com/office/officeart/2005/8/layout/vList5"/>
    <dgm:cxn modelId="{5978004A-4099-4F30-8FC7-5816A3A6031B}" type="presParOf" srcId="{63727302-E937-40BE-85D2-C0A7D96D69ED}" destId="{704B496F-C8AA-48E4-B4D3-AB5EA700A2B3}" srcOrd="0" destOrd="0" presId="urn:microsoft.com/office/officeart/2005/8/layout/vList5"/>
    <dgm:cxn modelId="{DD25CF46-1EEE-41A7-A349-9325089519A2}" type="presParOf" srcId="{C0E8283E-73FD-47F1-B221-46C5192FB147}" destId="{BFECFCF2-2FE6-4A5A-9323-32D211CFCEEC}" srcOrd="7" destOrd="0" presId="urn:microsoft.com/office/officeart/2005/8/layout/vList5"/>
    <dgm:cxn modelId="{4F0F43E5-5EDB-4293-8B6D-D11C33B5E6F6}" type="presParOf" srcId="{C0E8283E-73FD-47F1-B221-46C5192FB147}" destId="{09326E3A-EA1E-4BC3-87D9-B14C6A4ED1AD}" srcOrd="8" destOrd="0" presId="urn:microsoft.com/office/officeart/2005/8/layout/vList5"/>
    <dgm:cxn modelId="{5101DCDB-15C1-478C-8DA5-F5FB19467058}" type="presParOf" srcId="{09326E3A-EA1E-4BC3-87D9-B14C6A4ED1AD}" destId="{4A536B91-F091-4A2C-AB1F-6C9D704D8163}" srcOrd="0" destOrd="0" presId="urn:microsoft.com/office/officeart/2005/8/layout/vList5"/>
    <dgm:cxn modelId="{E85BA58D-2316-415E-89F6-53BD0FFB762A}" type="presParOf" srcId="{C0E8283E-73FD-47F1-B221-46C5192FB147}" destId="{DCD5971F-3010-4633-9AD0-AEC7DCFD0E25}" srcOrd="9" destOrd="0" presId="urn:microsoft.com/office/officeart/2005/8/layout/vList5"/>
    <dgm:cxn modelId="{C9992E62-E73D-4A8B-BE9D-6F374BE99A36}" type="presParOf" srcId="{C0E8283E-73FD-47F1-B221-46C5192FB147}" destId="{F030815C-FD7A-462A-ADD7-26A361385C22}" srcOrd="10" destOrd="0" presId="urn:microsoft.com/office/officeart/2005/8/layout/vList5"/>
    <dgm:cxn modelId="{3BFE789C-CEC8-4796-A73E-CBC921DC761C}" type="presParOf" srcId="{F030815C-FD7A-462A-ADD7-26A361385C22}" destId="{CA594198-1509-496E-8D10-684FC55B438F}" srcOrd="0" destOrd="0" presId="urn:microsoft.com/office/officeart/2005/8/layout/vList5"/>
    <dgm:cxn modelId="{C017C065-C4E4-4829-8F22-3587DB0D13AF}" type="presParOf" srcId="{C0E8283E-73FD-47F1-B221-46C5192FB147}" destId="{FE4B63DF-364B-4A7E-BADA-ED13B0154817}" srcOrd="11" destOrd="0" presId="urn:microsoft.com/office/officeart/2005/8/layout/vList5"/>
    <dgm:cxn modelId="{94F2D596-5B74-4B54-BD4A-95DEB011E32B}" type="presParOf" srcId="{C0E8283E-73FD-47F1-B221-46C5192FB147}" destId="{309140BE-379D-48B8-8F13-330712AF5C25}" srcOrd="12" destOrd="0" presId="urn:microsoft.com/office/officeart/2005/8/layout/vList5"/>
    <dgm:cxn modelId="{14D41C07-1D52-4064-BD60-F2407010AD0D}" type="presParOf" srcId="{309140BE-379D-48B8-8F13-330712AF5C25}" destId="{94D036F0-32CE-48FB-998A-A80E6F6779F4}" srcOrd="0" destOrd="0" presId="urn:microsoft.com/office/officeart/2005/8/layout/vList5"/>
    <dgm:cxn modelId="{C7133EC9-6567-4F38-9A80-D06555270C55}" type="presParOf" srcId="{C0E8283E-73FD-47F1-B221-46C5192FB147}" destId="{5BE5C224-3ADC-45D4-A1E3-52008652D04D}" srcOrd="13" destOrd="0" presId="urn:microsoft.com/office/officeart/2005/8/layout/vList5"/>
    <dgm:cxn modelId="{F509E9C4-411E-47FE-B597-0A180C1C1BCC}" type="presParOf" srcId="{C0E8283E-73FD-47F1-B221-46C5192FB147}" destId="{15DBB3A2-8CF0-4C5E-9656-BAC1112318AA}" srcOrd="14" destOrd="0" presId="urn:microsoft.com/office/officeart/2005/8/layout/vList5"/>
    <dgm:cxn modelId="{B6B7E0F3-EDDD-4E62-8E69-5D53CB4894B0}" type="presParOf" srcId="{15DBB3A2-8CF0-4C5E-9656-BAC1112318AA}" destId="{6BBF8848-6B39-4B42-8E0A-FCFA1CD1A6D7}" srcOrd="0" destOrd="0" presId="urn:microsoft.com/office/officeart/2005/8/layout/vList5"/>
    <dgm:cxn modelId="{0E275138-8703-4B2C-BECF-F81B05D4AF5A}" type="presParOf" srcId="{C0E8283E-73FD-47F1-B221-46C5192FB147}" destId="{56879815-E76A-41BB-AD03-D9F17293A2E6}" srcOrd="15" destOrd="0" presId="urn:microsoft.com/office/officeart/2005/8/layout/vList5"/>
    <dgm:cxn modelId="{D9B120F3-683B-4167-92B1-50642A6B3AB1}" type="presParOf" srcId="{C0E8283E-73FD-47F1-B221-46C5192FB147}" destId="{BF175BB4-A6D0-4F00-AF3E-C9F6932FA295}" srcOrd="16" destOrd="0" presId="urn:microsoft.com/office/officeart/2005/8/layout/vList5"/>
    <dgm:cxn modelId="{BC0CA99B-886A-4FD7-BEE5-76097D785FA9}" type="presParOf" srcId="{BF175BB4-A6D0-4F00-AF3E-C9F6932FA295}" destId="{FCB9AFB3-5C09-4846-A46B-A82CC8C40B9E}" srcOrd="0" destOrd="0" presId="urn:microsoft.com/office/officeart/2005/8/layout/vList5"/>
    <dgm:cxn modelId="{EB9ECFA8-3D60-4611-B1B6-B15963D4F00C}" type="presParOf" srcId="{C0E8283E-73FD-47F1-B221-46C5192FB147}" destId="{636BB380-A795-471E-8271-B0B58DD8CEF9}" srcOrd="17" destOrd="0" presId="urn:microsoft.com/office/officeart/2005/8/layout/vList5"/>
    <dgm:cxn modelId="{38ED0FC5-A6E4-4B71-B569-C41F0E6941BE}" type="presParOf" srcId="{C0E8283E-73FD-47F1-B221-46C5192FB147}" destId="{4960E17B-730E-4561-BBE0-5B5742EBA14F}" srcOrd="18" destOrd="0" presId="urn:microsoft.com/office/officeart/2005/8/layout/vList5"/>
    <dgm:cxn modelId="{BC5FB97D-5A00-4217-8761-E6171F7AE724}" type="presParOf" srcId="{4960E17B-730E-4561-BBE0-5B5742EBA14F}" destId="{929CBC64-5084-44A0-AE8C-1AD91DA7BA56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F3C9D85-01BF-4F70-A43A-2948D5B24FF8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F3FFDEB4-EFF4-443B-8AA8-DBBBD5335643}">
      <dgm:prSet/>
      <dgm:spPr/>
      <dgm:t>
        <a:bodyPr/>
        <a:lstStyle/>
        <a:p>
          <a:r>
            <a:rPr lang="en-US" b="1"/>
            <a:t>Step 1: Understand the Problem</a:t>
          </a:r>
          <a:endParaRPr lang="en-US"/>
        </a:p>
      </dgm:t>
    </dgm:pt>
    <dgm:pt modelId="{FD1FEEB9-0D0F-41F4-ACAE-1645FE061D66}" type="parTrans" cxnId="{1B56F96F-7C6D-4CF3-855F-F6BF08590886}">
      <dgm:prSet/>
      <dgm:spPr/>
      <dgm:t>
        <a:bodyPr/>
        <a:lstStyle/>
        <a:p>
          <a:endParaRPr lang="en-US"/>
        </a:p>
      </dgm:t>
    </dgm:pt>
    <dgm:pt modelId="{75E51762-739B-4453-81A5-34B19D13C1BF}" type="sibTrans" cxnId="{1B56F96F-7C6D-4CF3-855F-F6BF08590886}">
      <dgm:prSet/>
      <dgm:spPr/>
      <dgm:t>
        <a:bodyPr/>
        <a:lstStyle/>
        <a:p>
          <a:endParaRPr lang="en-US"/>
        </a:p>
      </dgm:t>
    </dgm:pt>
    <dgm:pt modelId="{C0D57449-16C6-4EFE-A801-A0CBE8B851C6}">
      <dgm:prSet/>
      <dgm:spPr/>
      <dgm:t>
        <a:bodyPr/>
        <a:lstStyle/>
        <a:p>
          <a:pPr rtl="0"/>
          <a:r>
            <a:rPr lang="en-US"/>
            <a:t>Before calculating anything</a:t>
          </a:r>
          <a:r>
            <a:rPr lang="en-US">
              <a:latin typeface="Arial"/>
            </a:rPr>
            <a:t> -</a:t>
          </a:r>
          <a:r>
            <a:rPr lang="en-US"/>
            <a:t> ask questions:</a:t>
          </a:r>
        </a:p>
      </dgm:t>
    </dgm:pt>
    <dgm:pt modelId="{C105FE4F-4963-4E68-98F2-98D12B3E99E9}" type="parTrans" cxnId="{BFCA7269-7191-4E41-8EF2-5C4F651B1F18}">
      <dgm:prSet/>
      <dgm:spPr/>
      <dgm:t>
        <a:bodyPr/>
        <a:lstStyle/>
        <a:p>
          <a:endParaRPr lang="en-US"/>
        </a:p>
      </dgm:t>
    </dgm:pt>
    <dgm:pt modelId="{874755CE-606B-466A-AD70-DD0185F86625}" type="sibTrans" cxnId="{BFCA7269-7191-4E41-8EF2-5C4F651B1F18}">
      <dgm:prSet/>
      <dgm:spPr/>
      <dgm:t>
        <a:bodyPr/>
        <a:lstStyle/>
        <a:p>
          <a:endParaRPr lang="en-US"/>
        </a:p>
      </dgm:t>
    </dgm:pt>
    <dgm:pt modelId="{D2311037-F03B-4CD1-8271-742FC3D57AB9}">
      <dgm:prSet/>
      <dgm:spPr/>
      <dgm:t>
        <a:bodyPr/>
        <a:lstStyle/>
        <a:p>
          <a:r>
            <a:rPr lang="en-US"/>
            <a:t>What does success mean in this context?</a:t>
          </a:r>
        </a:p>
      </dgm:t>
    </dgm:pt>
    <dgm:pt modelId="{CCF59B3B-32C0-41BF-956F-F4DAAE512412}" type="parTrans" cxnId="{F4E72E03-D286-4191-B4D1-021AC8327F4B}">
      <dgm:prSet/>
      <dgm:spPr/>
      <dgm:t>
        <a:bodyPr/>
        <a:lstStyle/>
        <a:p>
          <a:endParaRPr lang="en-US"/>
        </a:p>
      </dgm:t>
    </dgm:pt>
    <dgm:pt modelId="{2027EACE-99F7-47F6-94DF-C934D0CEA6E5}" type="sibTrans" cxnId="{F4E72E03-D286-4191-B4D1-021AC8327F4B}">
      <dgm:prSet/>
      <dgm:spPr/>
      <dgm:t>
        <a:bodyPr/>
        <a:lstStyle/>
        <a:p>
          <a:endParaRPr lang="en-US"/>
        </a:p>
      </dgm:t>
    </dgm:pt>
    <dgm:pt modelId="{4AEA0AA4-4260-48AC-ADE5-08B416B5511D}">
      <dgm:prSet/>
      <dgm:spPr/>
      <dgm:t>
        <a:bodyPr/>
        <a:lstStyle/>
        <a:p>
          <a:r>
            <a:rPr lang="en-US"/>
            <a:t>Which variables might influence performance?</a:t>
          </a:r>
        </a:p>
      </dgm:t>
    </dgm:pt>
    <dgm:pt modelId="{9631E43D-CADB-4EA3-9385-1D8C81C3E62E}" type="parTrans" cxnId="{C39E3EB3-2278-4AD5-B3C9-F8EA173EEE20}">
      <dgm:prSet/>
      <dgm:spPr/>
      <dgm:t>
        <a:bodyPr/>
        <a:lstStyle/>
        <a:p>
          <a:endParaRPr lang="en-US"/>
        </a:p>
      </dgm:t>
    </dgm:pt>
    <dgm:pt modelId="{F6046674-3F69-4048-8139-B1B354B9768B}" type="sibTrans" cxnId="{C39E3EB3-2278-4AD5-B3C9-F8EA173EEE20}">
      <dgm:prSet/>
      <dgm:spPr/>
      <dgm:t>
        <a:bodyPr/>
        <a:lstStyle/>
        <a:p>
          <a:endParaRPr lang="en-US"/>
        </a:p>
      </dgm:t>
    </dgm:pt>
    <dgm:pt modelId="{9AE566A5-3E4C-4487-BF70-42C68A834625}">
      <dgm:prSet/>
      <dgm:spPr/>
      <dgm:t>
        <a:bodyPr/>
        <a:lstStyle/>
        <a:p>
          <a:r>
            <a:rPr lang="en-US"/>
            <a:t>What is missing from the data?</a:t>
          </a:r>
        </a:p>
      </dgm:t>
    </dgm:pt>
    <dgm:pt modelId="{6E59AECC-D087-4BCA-A7AE-723C283E3CD9}" type="parTrans" cxnId="{BD1810F0-9CF3-440F-A4EE-A7B238B297A5}">
      <dgm:prSet/>
      <dgm:spPr/>
      <dgm:t>
        <a:bodyPr/>
        <a:lstStyle/>
        <a:p>
          <a:endParaRPr lang="en-US"/>
        </a:p>
      </dgm:t>
    </dgm:pt>
    <dgm:pt modelId="{1DC2B76C-987C-4DC1-A59A-1009D48054E4}" type="sibTrans" cxnId="{BD1810F0-9CF3-440F-A4EE-A7B238B297A5}">
      <dgm:prSet/>
      <dgm:spPr/>
      <dgm:t>
        <a:bodyPr/>
        <a:lstStyle/>
        <a:p>
          <a:endParaRPr lang="en-US"/>
        </a:p>
      </dgm:t>
    </dgm:pt>
    <dgm:pt modelId="{AFBD6814-61E8-4ED3-B41C-A35583DF468C}">
      <dgm:prSet/>
      <dgm:spPr/>
      <dgm:t>
        <a:bodyPr/>
        <a:lstStyle/>
        <a:p>
          <a:r>
            <a:rPr lang="en-US" i="1"/>
            <a:t>Statistical Thinking: The question comes before the data.</a:t>
          </a:r>
          <a:endParaRPr lang="en-US"/>
        </a:p>
      </dgm:t>
    </dgm:pt>
    <dgm:pt modelId="{E0DC789D-C558-4809-8468-1138DB485099}" type="parTrans" cxnId="{518E874D-E2AC-48C9-9945-9D2AFA9E9468}">
      <dgm:prSet/>
      <dgm:spPr/>
      <dgm:t>
        <a:bodyPr/>
        <a:lstStyle/>
        <a:p>
          <a:endParaRPr lang="en-US"/>
        </a:p>
      </dgm:t>
    </dgm:pt>
    <dgm:pt modelId="{62EE423C-522B-470A-840C-E748C766AE2E}" type="sibTrans" cxnId="{518E874D-E2AC-48C9-9945-9D2AFA9E9468}">
      <dgm:prSet/>
      <dgm:spPr/>
      <dgm:t>
        <a:bodyPr/>
        <a:lstStyle/>
        <a:p>
          <a:endParaRPr lang="en-US"/>
        </a:p>
      </dgm:t>
    </dgm:pt>
    <dgm:pt modelId="{EC8E530D-7A8B-426A-8849-B5D7B4BC4569}">
      <dgm:prSet/>
      <dgm:spPr/>
      <dgm:t>
        <a:bodyPr/>
        <a:lstStyle/>
        <a:p>
          <a:r>
            <a:rPr lang="en-US" b="1"/>
            <a:t>Step 2: Explore the Data</a:t>
          </a:r>
          <a:endParaRPr lang="en-US"/>
        </a:p>
      </dgm:t>
    </dgm:pt>
    <dgm:pt modelId="{CD38DFEF-9511-4637-BDB9-40320F7D7058}" type="parTrans" cxnId="{4C69FFA7-57E8-4508-B11A-0DFCEF4685A9}">
      <dgm:prSet/>
      <dgm:spPr/>
      <dgm:t>
        <a:bodyPr/>
        <a:lstStyle/>
        <a:p>
          <a:endParaRPr lang="en-US"/>
        </a:p>
      </dgm:t>
    </dgm:pt>
    <dgm:pt modelId="{F42875E8-2AB0-4707-A670-5066EAB94F85}" type="sibTrans" cxnId="{4C69FFA7-57E8-4508-B11A-0DFCEF4685A9}">
      <dgm:prSet/>
      <dgm:spPr/>
      <dgm:t>
        <a:bodyPr/>
        <a:lstStyle/>
        <a:p>
          <a:endParaRPr lang="en-US"/>
        </a:p>
      </dgm:t>
    </dgm:pt>
    <dgm:pt modelId="{FC730787-93D3-4D24-BAE1-7D52B82EEDD6}">
      <dgm:prSet/>
      <dgm:spPr/>
      <dgm:t>
        <a:bodyPr/>
        <a:lstStyle/>
        <a:p>
          <a:r>
            <a:rPr lang="en-US"/>
            <a:t>Calculate summary statistics:</a:t>
          </a:r>
        </a:p>
      </dgm:t>
    </dgm:pt>
    <dgm:pt modelId="{36C6DEA0-1A23-4E99-B4DF-895BECE07D70}" type="parTrans" cxnId="{59E6145B-B464-4156-AB03-918962015065}">
      <dgm:prSet/>
      <dgm:spPr/>
      <dgm:t>
        <a:bodyPr/>
        <a:lstStyle/>
        <a:p>
          <a:endParaRPr lang="en-US"/>
        </a:p>
      </dgm:t>
    </dgm:pt>
    <dgm:pt modelId="{22F18F51-0958-4935-8FC5-FCEB9231CBBC}" type="sibTrans" cxnId="{59E6145B-B464-4156-AB03-918962015065}">
      <dgm:prSet/>
      <dgm:spPr/>
      <dgm:t>
        <a:bodyPr/>
        <a:lstStyle/>
        <a:p>
          <a:endParaRPr lang="en-US"/>
        </a:p>
      </dgm:t>
    </dgm:pt>
    <dgm:pt modelId="{2BD4A3D1-5305-4E1D-BE5E-0C86DFA30328}">
      <dgm:prSet/>
      <dgm:spPr/>
      <dgm:t>
        <a:bodyPr/>
        <a:lstStyle/>
        <a:p>
          <a:r>
            <a:rPr lang="en-US"/>
            <a:t>Mean study hours — what is typical?</a:t>
          </a:r>
        </a:p>
      </dgm:t>
    </dgm:pt>
    <dgm:pt modelId="{40AC14BE-E113-486A-B20A-9DDFD362B549}" type="parTrans" cxnId="{EFAA232F-8C5F-4980-9006-67890CC90775}">
      <dgm:prSet/>
      <dgm:spPr/>
      <dgm:t>
        <a:bodyPr/>
        <a:lstStyle/>
        <a:p>
          <a:endParaRPr lang="en-US"/>
        </a:p>
      </dgm:t>
    </dgm:pt>
    <dgm:pt modelId="{E86D0575-8B20-4895-B5B2-10C7E691939A}" type="sibTrans" cxnId="{EFAA232F-8C5F-4980-9006-67890CC90775}">
      <dgm:prSet/>
      <dgm:spPr/>
      <dgm:t>
        <a:bodyPr/>
        <a:lstStyle/>
        <a:p>
          <a:endParaRPr lang="en-US"/>
        </a:p>
      </dgm:t>
    </dgm:pt>
    <dgm:pt modelId="{C4322A72-262A-4444-BE0D-4406184CD20C}">
      <dgm:prSet/>
      <dgm:spPr/>
      <dgm:t>
        <a:bodyPr/>
        <a:lstStyle/>
        <a:p>
          <a:r>
            <a:rPr lang="en-US"/>
            <a:t>Mean attendance percentage</a:t>
          </a:r>
        </a:p>
      </dgm:t>
    </dgm:pt>
    <dgm:pt modelId="{BFFF6F66-0F52-4289-8762-708B7DF4FFD3}" type="parTrans" cxnId="{D5661CB2-4467-4797-8D8E-A7CCECB17D2C}">
      <dgm:prSet/>
      <dgm:spPr/>
      <dgm:t>
        <a:bodyPr/>
        <a:lstStyle/>
        <a:p>
          <a:endParaRPr lang="en-US"/>
        </a:p>
      </dgm:t>
    </dgm:pt>
    <dgm:pt modelId="{431181E0-D6AC-4B79-A339-CAE8D1D32741}" type="sibTrans" cxnId="{D5661CB2-4467-4797-8D8E-A7CCECB17D2C}">
      <dgm:prSet/>
      <dgm:spPr/>
      <dgm:t>
        <a:bodyPr/>
        <a:lstStyle/>
        <a:p>
          <a:endParaRPr lang="en-US"/>
        </a:p>
      </dgm:t>
    </dgm:pt>
    <dgm:pt modelId="{3CE29BD3-C52E-4701-B168-97DB6454DDCB}">
      <dgm:prSet/>
      <dgm:spPr/>
      <dgm:t>
        <a:bodyPr/>
        <a:lstStyle/>
        <a:p>
          <a:r>
            <a:rPr lang="en-US"/>
            <a:t>Mean assignment and exam scores</a:t>
          </a:r>
        </a:p>
      </dgm:t>
    </dgm:pt>
    <dgm:pt modelId="{9DA5B6C4-D510-409A-AD3B-C22280F19048}" type="parTrans" cxnId="{2763172C-FF17-4A89-862F-626510B16ED6}">
      <dgm:prSet/>
      <dgm:spPr/>
      <dgm:t>
        <a:bodyPr/>
        <a:lstStyle/>
        <a:p>
          <a:endParaRPr lang="en-US"/>
        </a:p>
      </dgm:t>
    </dgm:pt>
    <dgm:pt modelId="{2DA7BB3B-28DC-43FA-AA18-12D8394DD88A}" type="sibTrans" cxnId="{2763172C-FF17-4A89-862F-626510B16ED6}">
      <dgm:prSet/>
      <dgm:spPr/>
      <dgm:t>
        <a:bodyPr/>
        <a:lstStyle/>
        <a:p>
          <a:endParaRPr lang="en-US"/>
        </a:p>
      </dgm:t>
    </dgm:pt>
    <dgm:pt modelId="{22E9D4FC-3EFF-49DC-9691-EA5D97C0B3A4}">
      <dgm:prSet/>
      <dgm:spPr/>
      <dgm:t>
        <a:bodyPr/>
        <a:lstStyle/>
        <a:p>
          <a:r>
            <a:rPr lang="en-US" i="1"/>
            <a:t>Discussion: Are there any unusual observations?</a:t>
          </a:r>
          <a:endParaRPr lang="en-US"/>
        </a:p>
      </dgm:t>
    </dgm:pt>
    <dgm:pt modelId="{29703DE0-AB53-4914-A855-D1951BE55F32}" type="parTrans" cxnId="{D95E2D83-F0A7-471B-B88E-0732F633CE18}">
      <dgm:prSet/>
      <dgm:spPr/>
      <dgm:t>
        <a:bodyPr/>
        <a:lstStyle/>
        <a:p>
          <a:endParaRPr lang="en-US"/>
        </a:p>
      </dgm:t>
    </dgm:pt>
    <dgm:pt modelId="{04E7BA09-7C93-46A2-920F-70974459B309}" type="sibTrans" cxnId="{D95E2D83-F0A7-471B-B88E-0732F633CE18}">
      <dgm:prSet/>
      <dgm:spPr/>
      <dgm:t>
        <a:bodyPr/>
        <a:lstStyle/>
        <a:p>
          <a:endParaRPr lang="en-US"/>
        </a:p>
      </dgm:t>
    </dgm:pt>
    <dgm:pt modelId="{9A5B850B-942A-4D69-924B-83EFB3ABEFBE}" type="pres">
      <dgm:prSet presAssocID="{8F3C9D85-01BF-4F70-A43A-2948D5B24FF8}" presName="Name0" presStyleCnt="0">
        <dgm:presLayoutVars>
          <dgm:dir/>
          <dgm:resizeHandles val="exact"/>
        </dgm:presLayoutVars>
      </dgm:prSet>
      <dgm:spPr/>
    </dgm:pt>
    <dgm:pt modelId="{8BAA762C-49C4-45A3-B400-282ECEDAAF5B}" type="pres">
      <dgm:prSet presAssocID="{F3FFDEB4-EFF4-443B-8AA8-DBBBD5335643}" presName="node" presStyleLbl="node1" presStyleIdx="0" presStyleCnt="6">
        <dgm:presLayoutVars>
          <dgm:bulletEnabled val="1"/>
        </dgm:presLayoutVars>
      </dgm:prSet>
      <dgm:spPr/>
    </dgm:pt>
    <dgm:pt modelId="{5B2B3995-C3DA-4E7D-B929-5424E2AB5F56}" type="pres">
      <dgm:prSet presAssocID="{75E51762-739B-4453-81A5-34B19D13C1BF}" presName="sibTrans" presStyleLbl="sibTrans1D1" presStyleIdx="0" presStyleCnt="5"/>
      <dgm:spPr/>
    </dgm:pt>
    <dgm:pt modelId="{6AEFCA2C-EF0D-4C91-8D40-A9936E7B1E9B}" type="pres">
      <dgm:prSet presAssocID="{75E51762-739B-4453-81A5-34B19D13C1BF}" presName="connectorText" presStyleLbl="sibTrans1D1" presStyleIdx="0" presStyleCnt="5"/>
      <dgm:spPr/>
    </dgm:pt>
    <dgm:pt modelId="{8AE197A4-C2A5-48FC-A410-DAE726021B43}" type="pres">
      <dgm:prSet presAssocID="{C0D57449-16C6-4EFE-A801-A0CBE8B851C6}" presName="node" presStyleLbl="node1" presStyleIdx="1" presStyleCnt="6">
        <dgm:presLayoutVars>
          <dgm:bulletEnabled val="1"/>
        </dgm:presLayoutVars>
      </dgm:prSet>
      <dgm:spPr/>
    </dgm:pt>
    <dgm:pt modelId="{C89F3E99-DCC4-47A0-A5A0-85E7250BE23E}" type="pres">
      <dgm:prSet presAssocID="{874755CE-606B-466A-AD70-DD0185F86625}" presName="sibTrans" presStyleLbl="sibTrans1D1" presStyleIdx="1" presStyleCnt="5"/>
      <dgm:spPr/>
    </dgm:pt>
    <dgm:pt modelId="{33BE4304-81B3-409C-98FF-AECCEA973C4D}" type="pres">
      <dgm:prSet presAssocID="{874755CE-606B-466A-AD70-DD0185F86625}" presName="connectorText" presStyleLbl="sibTrans1D1" presStyleIdx="1" presStyleCnt="5"/>
      <dgm:spPr/>
    </dgm:pt>
    <dgm:pt modelId="{FCB5AB80-17FD-42B2-B3EF-55E04390B9DF}" type="pres">
      <dgm:prSet presAssocID="{AFBD6814-61E8-4ED3-B41C-A35583DF468C}" presName="node" presStyleLbl="node1" presStyleIdx="2" presStyleCnt="6">
        <dgm:presLayoutVars>
          <dgm:bulletEnabled val="1"/>
        </dgm:presLayoutVars>
      </dgm:prSet>
      <dgm:spPr/>
    </dgm:pt>
    <dgm:pt modelId="{3248FADF-A8F0-472C-BF22-991004C4E422}" type="pres">
      <dgm:prSet presAssocID="{62EE423C-522B-470A-840C-E748C766AE2E}" presName="sibTrans" presStyleLbl="sibTrans1D1" presStyleIdx="2" presStyleCnt="5"/>
      <dgm:spPr/>
    </dgm:pt>
    <dgm:pt modelId="{A61B2680-25E7-4635-BCCA-90A0C42B053E}" type="pres">
      <dgm:prSet presAssocID="{62EE423C-522B-470A-840C-E748C766AE2E}" presName="connectorText" presStyleLbl="sibTrans1D1" presStyleIdx="2" presStyleCnt="5"/>
      <dgm:spPr/>
    </dgm:pt>
    <dgm:pt modelId="{C35AC9CD-60AD-4191-BAD3-E537889E3077}" type="pres">
      <dgm:prSet presAssocID="{EC8E530D-7A8B-426A-8849-B5D7B4BC4569}" presName="node" presStyleLbl="node1" presStyleIdx="3" presStyleCnt="6">
        <dgm:presLayoutVars>
          <dgm:bulletEnabled val="1"/>
        </dgm:presLayoutVars>
      </dgm:prSet>
      <dgm:spPr/>
    </dgm:pt>
    <dgm:pt modelId="{784DC840-1B5B-4DD4-BDAE-B5B1EE4C6BEC}" type="pres">
      <dgm:prSet presAssocID="{F42875E8-2AB0-4707-A670-5066EAB94F85}" presName="sibTrans" presStyleLbl="sibTrans1D1" presStyleIdx="3" presStyleCnt="5"/>
      <dgm:spPr/>
    </dgm:pt>
    <dgm:pt modelId="{90C6FEB4-3BFA-4674-A368-A650635B21F2}" type="pres">
      <dgm:prSet presAssocID="{F42875E8-2AB0-4707-A670-5066EAB94F85}" presName="connectorText" presStyleLbl="sibTrans1D1" presStyleIdx="3" presStyleCnt="5"/>
      <dgm:spPr/>
    </dgm:pt>
    <dgm:pt modelId="{FD5262B6-12E7-4AC2-BC4F-8CB4085AE953}" type="pres">
      <dgm:prSet presAssocID="{FC730787-93D3-4D24-BAE1-7D52B82EEDD6}" presName="node" presStyleLbl="node1" presStyleIdx="4" presStyleCnt="6">
        <dgm:presLayoutVars>
          <dgm:bulletEnabled val="1"/>
        </dgm:presLayoutVars>
      </dgm:prSet>
      <dgm:spPr/>
    </dgm:pt>
    <dgm:pt modelId="{E83F9098-2447-4EBD-A5B7-B7B02DFFF082}" type="pres">
      <dgm:prSet presAssocID="{22F18F51-0958-4935-8FC5-FCEB9231CBBC}" presName="sibTrans" presStyleLbl="sibTrans1D1" presStyleIdx="4" presStyleCnt="5"/>
      <dgm:spPr/>
    </dgm:pt>
    <dgm:pt modelId="{03DF8193-215F-4267-8EFA-041489E0ABBD}" type="pres">
      <dgm:prSet presAssocID="{22F18F51-0958-4935-8FC5-FCEB9231CBBC}" presName="connectorText" presStyleLbl="sibTrans1D1" presStyleIdx="4" presStyleCnt="5"/>
      <dgm:spPr/>
    </dgm:pt>
    <dgm:pt modelId="{0A4ED61C-D83C-4608-9009-9E3B1768D7E8}" type="pres">
      <dgm:prSet presAssocID="{22E9D4FC-3EFF-49DC-9691-EA5D97C0B3A4}" presName="node" presStyleLbl="node1" presStyleIdx="5" presStyleCnt="6">
        <dgm:presLayoutVars>
          <dgm:bulletEnabled val="1"/>
        </dgm:presLayoutVars>
      </dgm:prSet>
      <dgm:spPr/>
    </dgm:pt>
  </dgm:ptLst>
  <dgm:cxnLst>
    <dgm:cxn modelId="{F4E72E03-D286-4191-B4D1-021AC8327F4B}" srcId="{C0D57449-16C6-4EFE-A801-A0CBE8B851C6}" destId="{D2311037-F03B-4CD1-8271-742FC3D57AB9}" srcOrd="0" destOrd="0" parTransId="{CCF59B3B-32C0-41BF-956F-F4DAAE512412}" sibTransId="{2027EACE-99F7-47F6-94DF-C934D0CEA6E5}"/>
    <dgm:cxn modelId="{927A490F-C17E-480C-9240-6A9FBC4DAE18}" type="presOf" srcId="{62EE423C-522B-470A-840C-E748C766AE2E}" destId="{A61B2680-25E7-4635-BCCA-90A0C42B053E}" srcOrd="1" destOrd="0" presId="urn:microsoft.com/office/officeart/2016/7/layout/RepeatingBendingProcessNew"/>
    <dgm:cxn modelId="{2763172C-FF17-4A89-862F-626510B16ED6}" srcId="{FC730787-93D3-4D24-BAE1-7D52B82EEDD6}" destId="{3CE29BD3-C52E-4701-B168-97DB6454DDCB}" srcOrd="2" destOrd="0" parTransId="{9DA5B6C4-D510-409A-AD3B-C22280F19048}" sibTransId="{2DA7BB3B-28DC-43FA-AA18-12D8394DD88A}"/>
    <dgm:cxn modelId="{EFAA232F-8C5F-4980-9006-67890CC90775}" srcId="{FC730787-93D3-4D24-BAE1-7D52B82EEDD6}" destId="{2BD4A3D1-5305-4E1D-BE5E-0C86DFA30328}" srcOrd="0" destOrd="0" parTransId="{40AC14BE-E113-486A-B20A-9DDFD362B549}" sibTransId="{E86D0575-8B20-4895-B5B2-10C7E691939A}"/>
    <dgm:cxn modelId="{F03D7736-1409-4176-B8CA-95559CA7346A}" type="presOf" srcId="{D2311037-F03B-4CD1-8271-742FC3D57AB9}" destId="{8AE197A4-C2A5-48FC-A410-DAE726021B43}" srcOrd="0" destOrd="1" presId="urn:microsoft.com/office/officeart/2016/7/layout/RepeatingBendingProcessNew"/>
    <dgm:cxn modelId="{F8F4A039-726C-4892-B89D-5702399C2DEB}" type="presOf" srcId="{EC8E530D-7A8B-426A-8849-B5D7B4BC4569}" destId="{C35AC9CD-60AD-4191-BAD3-E537889E3077}" srcOrd="0" destOrd="0" presId="urn:microsoft.com/office/officeart/2016/7/layout/RepeatingBendingProcessNew"/>
    <dgm:cxn modelId="{59E6145B-B464-4156-AB03-918962015065}" srcId="{8F3C9D85-01BF-4F70-A43A-2948D5B24FF8}" destId="{FC730787-93D3-4D24-BAE1-7D52B82EEDD6}" srcOrd="4" destOrd="0" parTransId="{36C6DEA0-1A23-4E99-B4DF-895BECE07D70}" sibTransId="{22F18F51-0958-4935-8FC5-FCEB9231CBBC}"/>
    <dgm:cxn modelId="{4E4A705E-9176-45F7-BC0F-8DFECD935E1F}" type="presOf" srcId="{C4322A72-262A-4444-BE0D-4406184CD20C}" destId="{FD5262B6-12E7-4AC2-BC4F-8CB4085AE953}" srcOrd="0" destOrd="2" presId="urn:microsoft.com/office/officeart/2016/7/layout/RepeatingBendingProcessNew"/>
    <dgm:cxn modelId="{40700A63-56AB-4ADF-BFFD-AC6942F1536B}" type="presOf" srcId="{874755CE-606B-466A-AD70-DD0185F86625}" destId="{33BE4304-81B3-409C-98FF-AECCEA973C4D}" srcOrd="1" destOrd="0" presId="urn:microsoft.com/office/officeart/2016/7/layout/RepeatingBendingProcessNew"/>
    <dgm:cxn modelId="{BFCA7269-7191-4E41-8EF2-5C4F651B1F18}" srcId="{8F3C9D85-01BF-4F70-A43A-2948D5B24FF8}" destId="{C0D57449-16C6-4EFE-A801-A0CBE8B851C6}" srcOrd="1" destOrd="0" parTransId="{C105FE4F-4963-4E68-98F2-98D12B3E99E9}" sibTransId="{874755CE-606B-466A-AD70-DD0185F86625}"/>
    <dgm:cxn modelId="{C30CC46A-DAA1-4DC4-B46F-CACE8CE90D16}" type="presOf" srcId="{22F18F51-0958-4935-8FC5-FCEB9231CBBC}" destId="{E83F9098-2447-4EBD-A5B7-B7B02DFFF082}" srcOrd="0" destOrd="0" presId="urn:microsoft.com/office/officeart/2016/7/layout/RepeatingBendingProcessNew"/>
    <dgm:cxn modelId="{518E874D-E2AC-48C9-9945-9D2AFA9E9468}" srcId="{8F3C9D85-01BF-4F70-A43A-2948D5B24FF8}" destId="{AFBD6814-61E8-4ED3-B41C-A35583DF468C}" srcOrd="2" destOrd="0" parTransId="{E0DC789D-C558-4809-8468-1138DB485099}" sibTransId="{62EE423C-522B-470A-840C-E748C766AE2E}"/>
    <dgm:cxn modelId="{1B56F96F-7C6D-4CF3-855F-F6BF08590886}" srcId="{8F3C9D85-01BF-4F70-A43A-2948D5B24FF8}" destId="{F3FFDEB4-EFF4-443B-8AA8-DBBBD5335643}" srcOrd="0" destOrd="0" parTransId="{FD1FEEB9-0D0F-41F4-ACAE-1645FE061D66}" sibTransId="{75E51762-739B-4453-81A5-34B19D13C1BF}"/>
    <dgm:cxn modelId="{32D15150-794D-4060-BC01-31E64BAEE6E7}" type="presOf" srcId="{9AE566A5-3E4C-4487-BF70-42C68A834625}" destId="{8AE197A4-C2A5-48FC-A410-DAE726021B43}" srcOrd="0" destOrd="3" presId="urn:microsoft.com/office/officeart/2016/7/layout/RepeatingBendingProcessNew"/>
    <dgm:cxn modelId="{5B01AA51-1EF5-4B9E-8717-1238E81697AD}" type="presOf" srcId="{F42875E8-2AB0-4707-A670-5066EAB94F85}" destId="{784DC840-1B5B-4DD4-BDAE-B5B1EE4C6BEC}" srcOrd="0" destOrd="0" presId="urn:microsoft.com/office/officeart/2016/7/layout/RepeatingBendingProcessNew"/>
    <dgm:cxn modelId="{41162573-E190-4AC6-B27A-90AB4440D6EA}" type="presOf" srcId="{22F18F51-0958-4935-8FC5-FCEB9231CBBC}" destId="{03DF8193-215F-4267-8EFA-041489E0ABBD}" srcOrd="1" destOrd="0" presId="urn:microsoft.com/office/officeart/2016/7/layout/RepeatingBendingProcessNew"/>
    <dgm:cxn modelId="{D95E2D83-F0A7-471B-B88E-0732F633CE18}" srcId="{8F3C9D85-01BF-4F70-A43A-2948D5B24FF8}" destId="{22E9D4FC-3EFF-49DC-9691-EA5D97C0B3A4}" srcOrd="5" destOrd="0" parTransId="{29703DE0-AB53-4914-A855-D1951BE55F32}" sibTransId="{04E7BA09-7C93-46A2-920F-70974459B309}"/>
    <dgm:cxn modelId="{93FA9498-5424-4644-8936-4520BD0B7B7B}" type="presOf" srcId="{75E51762-739B-4453-81A5-34B19D13C1BF}" destId="{6AEFCA2C-EF0D-4C91-8D40-A9936E7B1E9B}" srcOrd="1" destOrd="0" presId="urn:microsoft.com/office/officeart/2016/7/layout/RepeatingBendingProcessNew"/>
    <dgm:cxn modelId="{FB3C579D-0586-4D4C-B040-B17BBC04CE7C}" type="presOf" srcId="{874755CE-606B-466A-AD70-DD0185F86625}" destId="{C89F3E99-DCC4-47A0-A5A0-85E7250BE23E}" srcOrd="0" destOrd="0" presId="urn:microsoft.com/office/officeart/2016/7/layout/RepeatingBendingProcessNew"/>
    <dgm:cxn modelId="{1614E2A1-5D54-43F8-AC72-644A371DD01E}" type="presOf" srcId="{62EE423C-522B-470A-840C-E748C766AE2E}" destId="{3248FADF-A8F0-472C-BF22-991004C4E422}" srcOrd="0" destOrd="0" presId="urn:microsoft.com/office/officeart/2016/7/layout/RepeatingBendingProcessNew"/>
    <dgm:cxn modelId="{CC228BA3-A573-4FA6-B2CA-10C7AA4A431D}" type="presOf" srcId="{8F3C9D85-01BF-4F70-A43A-2948D5B24FF8}" destId="{9A5B850B-942A-4D69-924B-83EFB3ABEFBE}" srcOrd="0" destOrd="0" presId="urn:microsoft.com/office/officeart/2016/7/layout/RepeatingBendingProcessNew"/>
    <dgm:cxn modelId="{4C69FFA7-57E8-4508-B11A-0DFCEF4685A9}" srcId="{8F3C9D85-01BF-4F70-A43A-2948D5B24FF8}" destId="{EC8E530D-7A8B-426A-8849-B5D7B4BC4569}" srcOrd="3" destOrd="0" parTransId="{CD38DFEF-9511-4637-BDB9-40320F7D7058}" sibTransId="{F42875E8-2AB0-4707-A670-5066EAB94F85}"/>
    <dgm:cxn modelId="{AB24E2A8-FA8E-4B28-8689-82E4CBF2740B}" type="presOf" srcId="{3CE29BD3-C52E-4701-B168-97DB6454DDCB}" destId="{FD5262B6-12E7-4AC2-BC4F-8CB4085AE953}" srcOrd="0" destOrd="3" presId="urn:microsoft.com/office/officeart/2016/7/layout/RepeatingBendingProcessNew"/>
    <dgm:cxn modelId="{217312AD-226C-45EA-A353-86C816F4265B}" type="presOf" srcId="{75E51762-739B-4453-81A5-34B19D13C1BF}" destId="{5B2B3995-C3DA-4E7D-B929-5424E2AB5F56}" srcOrd="0" destOrd="0" presId="urn:microsoft.com/office/officeart/2016/7/layout/RepeatingBendingProcessNew"/>
    <dgm:cxn modelId="{D5661CB2-4467-4797-8D8E-A7CCECB17D2C}" srcId="{FC730787-93D3-4D24-BAE1-7D52B82EEDD6}" destId="{C4322A72-262A-4444-BE0D-4406184CD20C}" srcOrd="1" destOrd="0" parTransId="{BFFF6F66-0F52-4289-8762-708B7DF4FFD3}" sibTransId="{431181E0-D6AC-4B79-A339-CAE8D1D32741}"/>
    <dgm:cxn modelId="{C39E3EB3-2278-4AD5-B3C9-F8EA173EEE20}" srcId="{C0D57449-16C6-4EFE-A801-A0CBE8B851C6}" destId="{4AEA0AA4-4260-48AC-ADE5-08B416B5511D}" srcOrd="1" destOrd="0" parTransId="{9631E43D-CADB-4EA3-9385-1D8C81C3E62E}" sibTransId="{F6046674-3F69-4048-8139-B1B354B9768B}"/>
    <dgm:cxn modelId="{5083C1B7-340A-4381-90C4-6D2377B287A0}" type="presOf" srcId="{AFBD6814-61E8-4ED3-B41C-A35583DF468C}" destId="{FCB5AB80-17FD-42B2-B3EF-55E04390B9DF}" srcOrd="0" destOrd="0" presId="urn:microsoft.com/office/officeart/2016/7/layout/RepeatingBendingProcessNew"/>
    <dgm:cxn modelId="{735123C0-DF27-4D12-8713-12358352B5FA}" type="presOf" srcId="{F42875E8-2AB0-4707-A670-5066EAB94F85}" destId="{90C6FEB4-3BFA-4674-A368-A650635B21F2}" srcOrd="1" destOrd="0" presId="urn:microsoft.com/office/officeart/2016/7/layout/RepeatingBendingProcessNew"/>
    <dgm:cxn modelId="{550201C8-ED16-4D94-A02E-4094E62CD7C5}" type="presOf" srcId="{FC730787-93D3-4D24-BAE1-7D52B82EEDD6}" destId="{FD5262B6-12E7-4AC2-BC4F-8CB4085AE953}" srcOrd="0" destOrd="0" presId="urn:microsoft.com/office/officeart/2016/7/layout/RepeatingBendingProcessNew"/>
    <dgm:cxn modelId="{F423C4CC-09C7-4BAE-BA71-61BC0293CCCA}" type="presOf" srcId="{22E9D4FC-3EFF-49DC-9691-EA5D97C0B3A4}" destId="{0A4ED61C-D83C-4608-9009-9E3B1768D7E8}" srcOrd="0" destOrd="0" presId="urn:microsoft.com/office/officeart/2016/7/layout/RepeatingBendingProcessNew"/>
    <dgm:cxn modelId="{80B2E0D1-FB34-431A-A3DD-D16733E2E7C4}" type="presOf" srcId="{C0D57449-16C6-4EFE-A801-A0CBE8B851C6}" destId="{8AE197A4-C2A5-48FC-A410-DAE726021B43}" srcOrd="0" destOrd="0" presId="urn:microsoft.com/office/officeart/2016/7/layout/RepeatingBendingProcessNew"/>
    <dgm:cxn modelId="{A8C181E9-FFED-44F8-A271-5F316FD0FAF7}" type="presOf" srcId="{F3FFDEB4-EFF4-443B-8AA8-DBBBD5335643}" destId="{8BAA762C-49C4-45A3-B400-282ECEDAAF5B}" srcOrd="0" destOrd="0" presId="urn:microsoft.com/office/officeart/2016/7/layout/RepeatingBendingProcessNew"/>
    <dgm:cxn modelId="{BD1810F0-9CF3-440F-A4EE-A7B238B297A5}" srcId="{C0D57449-16C6-4EFE-A801-A0CBE8B851C6}" destId="{9AE566A5-3E4C-4487-BF70-42C68A834625}" srcOrd="2" destOrd="0" parTransId="{6E59AECC-D087-4BCA-A7AE-723C283E3CD9}" sibTransId="{1DC2B76C-987C-4DC1-A59A-1009D48054E4}"/>
    <dgm:cxn modelId="{FFE40AF4-F077-47F7-8FCB-F410AC88F882}" type="presOf" srcId="{4AEA0AA4-4260-48AC-ADE5-08B416B5511D}" destId="{8AE197A4-C2A5-48FC-A410-DAE726021B43}" srcOrd="0" destOrd="2" presId="urn:microsoft.com/office/officeart/2016/7/layout/RepeatingBendingProcessNew"/>
    <dgm:cxn modelId="{E17C5FF7-E308-4FFB-8B0D-15E2304FF841}" type="presOf" srcId="{2BD4A3D1-5305-4E1D-BE5E-0C86DFA30328}" destId="{FD5262B6-12E7-4AC2-BC4F-8CB4085AE953}" srcOrd="0" destOrd="1" presId="urn:microsoft.com/office/officeart/2016/7/layout/RepeatingBendingProcessNew"/>
    <dgm:cxn modelId="{6DEAB6B5-76CF-4014-8787-7F4C8563EC08}" type="presParOf" srcId="{9A5B850B-942A-4D69-924B-83EFB3ABEFBE}" destId="{8BAA762C-49C4-45A3-B400-282ECEDAAF5B}" srcOrd="0" destOrd="0" presId="urn:microsoft.com/office/officeart/2016/7/layout/RepeatingBendingProcessNew"/>
    <dgm:cxn modelId="{E12ADC33-E903-465F-ACA9-7717CED86CCE}" type="presParOf" srcId="{9A5B850B-942A-4D69-924B-83EFB3ABEFBE}" destId="{5B2B3995-C3DA-4E7D-B929-5424E2AB5F56}" srcOrd="1" destOrd="0" presId="urn:microsoft.com/office/officeart/2016/7/layout/RepeatingBendingProcessNew"/>
    <dgm:cxn modelId="{F9059838-480E-4364-AFB5-D68D81910B55}" type="presParOf" srcId="{5B2B3995-C3DA-4E7D-B929-5424E2AB5F56}" destId="{6AEFCA2C-EF0D-4C91-8D40-A9936E7B1E9B}" srcOrd="0" destOrd="0" presId="urn:microsoft.com/office/officeart/2016/7/layout/RepeatingBendingProcessNew"/>
    <dgm:cxn modelId="{1A393967-6699-4043-8331-06909F513B53}" type="presParOf" srcId="{9A5B850B-942A-4D69-924B-83EFB3ABEFBE}" destId="{8AE197A4-C2A5-48FC-A410-DAE726021B43}" srcOrd="2" destOrd="0" presId="urn:microsoft.com/office/officeart/2016/7/layout/RepeatingBendingProcessNew"/>
    <dgm:cxn modelId="{E7FCF6F2-7547-4252-B615-A0A3509E6B67}" type="presParOf" srcId="{9A5B850B-942A-4D69-924B-83EFB3ABEFBE}" destId="{C89F3E99-DCC4-47A0-A5A0-85E7250BE23E}" srcOrd="3" destOrd="0" presId="urn:microsoft.com/office/officeart/2016/7/layout/RepeatingBendingProcessNew"/>
    <dgm:cxn modelId="{7FEFF473-531E-438A-AA80-8285C239586C}" type="presParOf" srcId="{C89F3E99-DCC4-47A0-A5A0-85E7250BE23E}" destId="{33BE4304-81B3-409C-98FF-AECCEA973C4D}" srcOrd="0" destOrd="0" presId="urn:microsoft.com/office/officeart/2016/7/layout/RepeatingBendingProcessNew"/>
    <dgm:cxn modelId="{FAF96136-A3BD-4DD4-9DAF-271963BEEA15}" type="presParOf" srcId="{9A5B850B-942A-4D69-924B-83EFB3ABEFBE}" destId="{FCB5AB80-17FD-42B2-B3EF-55E04390B9DF}" srcOrd="4" destOrd="0" presId="urn:microsoft.com/office/officeart/2016/7/layout/RepeatingBendingProcessNew"/>
    <dgm:cxn modelId="{AE98927A-E25B-4095-BF8F-726D8DDCF2B3}" type="presParOf" srcId="{9A5B850B-942A-4D69-924B-83EFB3ABEFBE}" destId="{3248FADF-A8F0-472C-BF22-991004C4E422}" srcOrd="5" destOrd="0" presId="urn:microsoft.com/office/officeart/2016/7/layout/RepeatingBendingProcessNew"/>
    <dgm:cxn modelId="{0A7CF2A4-D694-4F66-BC15-B5D47403AC73}" type="presParOf" srcId="{3248FADF-A8F0-472C-BF22-991004C4E422}" destId="{A61B2680-25E7-4635-BCCA-90A0C42B053E}" srcOrd="0" destOrd="0" presId="urn:microsoft.com/office/officeart/2016/7/layout/RepeatingBendingProcessNew"/>
    <dgm:cxn modelId="{E4DCAE5B-95F6-468B-9CD4-986A79758F96}" type="presParOf" srcId="{9A5B850B-942A-4D69-924B-83EFB3ABEFBE}" destId="{C35AC9CD-60AD-4191-BAD3-E537889E3077}" srcOrd="6" destOrd="0" presId="urn:microsoft.com/office/officeart/2016/7/layout/RepeatingBendingProcessNew"/>
    <dgm:cxn modelId="{822B171D-6F71-4929-8A30-388B0EE677E5}" type="presParOf" srcId="{9A5B850B-942A-4D69-924B-83EFB3ABEFBE}" destId="{784DC840-1B5B-4DD4-BDAE-B5B1EE4C6BEC}" srcOrd="7" destOrd="0" presId="urn:microsoft.com/office/officeart/2016/7/layout/RepeatingBendingProcessNew"/>
    <dgm:cxn modelId="{DEAA04D3-0605-4D5D-87BE-073C9CE23203}" type="presParOf" srcId="{784DC840-1B5B-4DD4-BDAE-B5B1EE4C6BEC}" destId="{90C6FEB4-3BFA-4674-A368-A650635B21F2}" srcOrd="0" destOrd="0" presId="urn:microsoft.com/office/officeart/2016/7/layout/RepeatingBendingProcessNew"/>
    <dgm:cxn modelId="{F7D31BC4-253C-4A2C-9DDE-867073F9866B}" type="presParOf" srcId="{9A5B850B-942A-4D69-924B-83EFB3ABEFBE}" destId="{FD5262B6-12E7-4AC2-BC4F-8CB4085AE953}" srcOrd="8" destOrd="0" presId="urn:microsoft.com/office/officeart/2016/7/layout/RepeatingBendingProcessNew"/>
    <dgm:cxn modelId="{AD31E879-0DE5-453A-ADC3-DE061F4F9861}" type="presParOf" srcId="{9A5B850B-942A-4D69-924B-83EFB3ABEFBE}" destId="{E83F9098-2447-4EBD-A5B7-B7B02DFFF082}" srcOrd="9" destOrd="0" presId="urn:microsoft.com/office/officeart/2016/7/layout/RepeatingBendingProcessNew"/>
    <dgm:cxn modelId="{6273A7C5-DAF4-403A-AB4B-D85E57D5D5F7}" type="presParOf" srcId="{E83F9098-2447-4EBD-A5B7-B7B02DFFF082}" destId="{03DF8193-215F-4267-8EFA-041489E0ABBD}" srcOrd="0" destOrd="0" presId="urn:microsoft.com/office/officeart/2016/7/layout/RepeatingBendingProcessNew"/>
    <dgm:cxn modelId="{1B45E385-A1A0-47C5-8080-6A5228466B8C}" type="presParOf" srcId="{9A5B850B-942A-4D69-924B-83EFB3ABEFBE}" destId="{0A4ED61C-D83C-4608-9009-9E3B1768D7E8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76F6265-2E88-49FF-9DF1-B42A914FA11F}" type="doc">
      <dgm:prSet loTypeId="urn:microsoft.com/office/officeart/2005/8/layout/default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6F49B45B-519A-4057-868E-052C7D92B060}">
      <dgm:prSet/>
      <dgm:spPr/>
      <dgm:t>
        <a:bodyPr/>
        <a:lstStyle/>
        <a:p>
          <a:r>
            <a:rPr lang="en-US" b="1"/>
            <a:t>Why does variability matter?</a:t>
          </a:r>
          <a:endParaRPr lang="en-US"/>
        </a:p>
      </dgm:t>
    </dgm:pt>
    <dgm:pt modelId="{7FF3AF4F-825B-49EE-ADD3-FEB69E61C774}" type="parTrans" cxnId="{7CD9AD3C-09FE-453F-8D71-B7677C84DD27}">
      <dgm:prSet/>
      <dgm:spPr/>
      <dgm:t>
        <a:bodyPr/>
        <a:lstStyle/>
        <a:p>
          <a:endParaRPr lang="en-US"/>
        </a:p>
      </dgm:t>
    </dgm:pt>
    <dgm:pt modelId="{FCC091AD-7AED-45E3-B671-1D161A6F0451}" type="sibTrans" cxnId="{7CD9AD3C-09FE-453F-8D71-B7677C84DD27}">
      <dgm:prSet/>
      <dgm:spPr/>
      <dgm:t>
        <a:bodyPr/>
        <a:lstStyle/>
        <a:p>
          <a:endParaRPr lang="en-US"/>
        </a:p>
      </dgm:t>
    </dgm:pt>
    <dgm:pt modelId="{D908D885-347A-411E-AA5F-671EFB1AB22D}">
      <dgm:prSet/>
      <dgm:spPr/>
      <dgm:t>
        <a:bodyPr/>
        <a:lstStyle/>
        <a:p>
          <a:r>
            <a:rPr lang="en-US"/>
            <a:t>Two datasets can have the same mean but be completely different.</a:t>
          </a:r>
        </a:p>
      </dgm:t>
    </dgm:pt>
    <dgm:pt modelId="{C2981805-133C-497C-8ED7-B57D59ECA1CA}" type="parTrans" cxnId="{C432D591-7A56-4B21-BDF1-752C15DBBB2E}">
      <dgm:prSet/>
      <dgm:spPr/>
      <dgm:t>
        <a:bodyPr/>
        <a:lstStyle/>
        <a:p>
          <a:endParaRPr lang="en-US"/>
        </a:p>
      </dgm:t>
    </dgm:pt>
    <dgm:pt modelId="{997287DA-BE6B-4719-8732-EDA4D6FE13E6}" type="sibTrans" cxnId="{C432D591-7A56-4B21-BDF1-752C15DBBB2E}">
      <dgm:prSet/>
      <dgm:spPr/>
      <dgm:t>
        <a:bodyPr/>
        <a:lstStyle/>
        <a:p>
          <a:endParaRPr lang="en-US"/>
        </a:p>
      </dgm:t>
    </dgm:pt>
    <dgm:pt modelId="{8CE6C6C7-449A-4208-A410-791A8161879B}">
      <dgm:prSet/>
      <dgm:spPr/>
      <dgm:t>
        <a:bodyPr/>
        <a:lstStyle/>
        <a:p>
          <a:r>
            <a:rPr lang="en-US" b="1"/>
            <a:t>For Study Hours and Final Exam Scores, calculate:</a:t>
          </a:r>
          <a:endParaRPr lang="en-US"/>
        </a:p>
      </dgm:t>
    </dgm:pt>
    <dgm:pt modelId="{AA32EC14-71D8-4BFC-B778-719923072F9C}" type="parTrans" cxnId="{4AA34545-3521-4D1F-B693-6F9D671640B5}">
      <dgm:prSet/>
      <dgm:spPr/>
      <dgm:t>
        <a:bodyPr/>
        <a:lstStyle/>
        <a:p>
          <a:endParaRPr lang="en-US"/>
        </a:p>
      </dgm:t>
    </dgm:pt>
    <dgm:pt modelId="{B8DE9911-C053-4906-A9CB-DCCD2597DA75}" type="sibTrans" cxnId="{4AA34545-3521-4D1F-B693-6F9D671640B5}">
      <dgm:prSet/>
      <dgm:spPr/>
      <dgm:t>
        <a:bodyPr/>
        <a:lstStyle/>
        <a:p>
          <a:endParaRPr lang="en-US"/>
        </a:p>
      </dgm:t>
    </dgm:pt>
    <dgm:pt modelId="{FA88D96D-6463-4ED9-A89D-F1783BC00D0F}">
      <dgm:prSet/>
      <dgm:spPr/>
      <dgm:t>
        <a:bodyPr/>
        <a:lstStyle/>
        <a:p>
          <a:r>
            <a:rPr lang="en-US"/>
            <a:t>Range = Maximum value − Minimum value</a:t>
          </a:r>
        </a:p>
      </dgm:t>
    </dgm:pt>
    <dgm:pt modelId="{F3BD7BEC-8C22-4B68-8F51-3DB66237F707}" type="parTrans" cxnId="{5CA8DAA7-DA95-4023-B327-95E65C471F8F}">
      <dgm:prSet/>
      <dgm:spPr/>
      <dgm:t>
        <a:bodyPr/>
        <a:lstStyle/>
        <a:p>
          <a:endParaRPr lang="en-US"/>
        </a:p>
      </dgm:t>
    </dgm:pt>
    <dgm:pt modelId="{17C01FCD-8C90-498C-B288-15E6487E3CAA}" type="sibTrans" cxnId="{5CA8DAA7-DA95-4023-B327-95E65C471F8F}">
      <dgm:prSet/>
      <dgm:spPr/>
      <dgm:t>
        <a:bodyPr/>
        <a:lstStyle/>
        <a:p>
          <a:endParaRPr lang="en-US"/>
        </a:p>
      </dgm:t>
    </dgm:pt>
    <dgm:pt modelId="{D48BA665-7665-4C52-8B42-EE9D896D6C4A}">
      <dgm:prSet/>
      <dgm:spPr/>
      <dgm:t>
        <a:bodyPr/>
        <a:lstStyle/>
        <a:p>
          <a:r>
            <a:rPr lang="en-US"/>
            <a:t>Variance = Average squared distance from the mean</a:t>
          </a:r>
        </a:p>
      </dgm:t>
    </dgm:pt>
    <dgm:pt modelId="{5B4D977E-2D4B-4F2C-9DF0-622E86E1E9B0}" type="parTrans" cxnId="{3C7BEB4D-D500-415A-9323-B324C8864370}">
      <dgm:prSet/>
      <dgm:spPr/>
      <dgm:t>
        <a:bodyPr/>
        <a:lstStyle/>
        <a:p>
          <a:endParaRPr lang="en-US"/>
        </a:p>
      </dgm:t>
    </dgm:pt>
    <dgm:pt modelId="{61EA8B3E-F3FE-45F9-A0ED-2F0244AB8D74}" type="sibTrans" cxnId="{3C7BEB4D-D500-415A-9323-B324C8864370}">
      <dgm:prSet/>
      <dgm:spPr/>
      <dgm:t>
        <a:bodyPr/>
        <a:lstStyle/>
        <a:p>
          <a:endParaRPr lang="en-US"/>
        </a:p>
      </dgm:t>
    </dgm:pt>
    <dgm:pt modelId="{90063DC2-96DA-4004-8CA5-B8615D8D4004}">
      <dgm:prSet/>
      <dgm:spPr/>
      <dgm:t>
        <a:bodyPr/>
        <a:lstStyle/>
        <a:p>
          <a:r>
            <a:rPr lang="en-US"/>
            <a:t>Standard Deviation = Square root of variance (typical distance from the mean)</a:t>
          </a:r>
        </a:p>
      </dgm:t>
    </dgm:pt>
    <dgm:pt modelId="{AE15EDFA-C5D5-4A07-8602-C26A57E7AF6E}" type="parTrans" cxnId="{6949B580-37FA-474F-A087-2E4389A91490}">
      <dgm:prSet/>
      <dgm:spPr/>
      <dgm:t>
        <a:bodyPr/>
        <a:lstStyle/>
        <a:p>
          <a:endParaRPr lang="en-US"/>
        </a:p>
      </dgm:t>
    </dgm:pt>
    <dgm:pt modelId="{4086A384-ED89-40A3-BC3A-0CAC34138296}" type="sibTrans" cxnId="{6949B580-37FA-474F-A087-2E4389A91490}">
      <dgm:prSet/>
      <dgm:spPr/>
      <dgm:t>
        <a:bodyPr/>
        <a:lstStyle/>
        <a:p>
          <a:endParaRPr lang="en-US"/>
        </a:p>
      </dgm:t>
    </dgm:pt>
    <dgm:pt modelId="{66FFE576-A7B0-4D7D-8292-064B7244DB0C}">
      <dgm:prSet/>
      <dgm:spPr/>
      <dgm:t>
        <a:bodyPr/>
        <a:lstStyle/>
        <a:p>
          <a:r>
            <a:rPr lang="en-US" b="1"/>
            <a:t>Example — Study Hours:</a:t>
          </a:r>
          <a:endParaRPr lang="en-US"/>
        </a:p>
      </dgm:t>
    </dgm:pt>
    <dgm:pt modelId="{BE0A0E22-9A1B-4669-B920-097BBA8F0475}" type="parTrans" cxnId="{48FC39F6-8B59-4630-8F9D-A1A0C58118A6}">
      <dgm:prSet/>
      <dgm:spPr/>
      <dgm:t>
        <a:bodyPr/>
        <a:lstStyle/>
        <a:p>
          <a:endParaRPr lang="en-US"/>
        </a:p>
      </dgm:t>
    </dgm:pt>
    <dgm:pt modelId="{73A0AACF-ECE8-45C8-BE42-00DC2616018E}" type="sibTrans" cxnId="{48FC39F6-8B59-4630-8F9D-A1A0C58118A6}">
      <dgm:prSet/>
      <dgm:spPr/>
      <dgm:t>
        <a:bodyPr/>
        <a:lstStyle/>
        <a:p>
          <a:endParaRPr lang="en-US"/>
        </a:p>
      </dgm:t>
    </dgm:pt>
    <dgm:pt modelId="{1FDB0695-80A9-4ED5-9999-00E09B024B0E}">
      <dgm:prSet/>
      <dgm:spPr/>
      <dgm:t>
        <a:bodyPr/>
        <a:lstStyle/>
        <a:p>
          <a:r>
            <a:rPr lang="en-US"/>
            <a:t>Values: 5, 8, 10, 12, 15, 18</a:t>
          </a:r>
        </a:p>
      </dgm:t>
    </dgm:pt>
    <dgm:pt modelId="{6473B67C-BF59-4F26-AF27-1E972A3DC592}" type="parTrans" cxnId="{FFF334CA-CC04-44A0-A467-2423D0240EC1}">
      <dgm:prSet/>
      <dgm:spPr/>
      <dgm:t>
        <a:bodyPr/>
        <a:lstStyle/>
        <a:p>
          <a:endParaRPr lang="en-US"/>
        </a:p>
      </dgm:t>
    </dgm:pt>
    <dgm:pt modelId="{17370AEB-511A-488D-8559-E72047D8AFA4}" type="sibTrans" cxnId="{FFF334CA-CC04-44A0-A467-2423D0240EC1}">
      <dgm:prSet/>
      <dgm:spPr/>
      <dgm:t>
        <a:bodyPr/>
        <a:lstStyle/>
        <a:p>
          <a:endParaRPr lang="en-US"/>
        </a:p>
      </dgm:t>
    </dgm:pt>
    <dgm:pt modelId="{6D6055B2-48E6-4DAF-ADF3-94B251F69585}">
      <dgm:prSet/>
      <dgm:spPr/>
      <dgm:t>
        <a:bodyPr/>
        <a:lstStyle/>
        <a:p>
          <a:r>
            <a:rPr lang="en-US"/>
            <a:t>Mean = 11.33   |   Range = 13</a:t>
          </a:r>
        </a:p>
      </dgm:t>
    </dgm:pt>
    <dgm:pt modelId="{8F363F08-1569-41BE-8D70-FCD1494F5612}" type="parTrans" cxnId="{7848CC27-7EF3-4038-A4D6-7FA451B1ECC7}">
      <dgm:prSet/>
      <dgm:spPr/>
      <dgm:t>
        <a:bodyPr/>
        <a:lstStyle/>
        <a:p>
          <a:endParaRPr lang="en-US"/>
        </a:p>
      </dgm:t>
    </dgm:pt>
    <dgm:pt modelId="{1730E592-60EB-48E5-ADAE-39444594325B}" type="sibTrans" cxnId="{7848CC27-7EF3-4038-A4D6-7FA451B1ECC7}">
      <dgm:prSet/>
      <dgm:spPr/>
      <dgm:t>
        <a:bodyPr/>
        <a:lstStyle/>
        <a:p>
          <a:endParaRPr lang="en-US"/>
        </a:p>
      </dgm:t>
    </dgm:pt>
    <dgm:pt modelId="{F4F648F8-E70F-45DF-941F-B9DCC4F9933A}">
      <dgm:prSet/>
      <dgm:spPr/>
      <dgm:t>
        <a:bodyPr/>
        <a:lstStyle/>
        <a:p>
          <a:r>
            <a:rPr lang="en-US"/>
            <a:t>Standard Deviation ≈ 4.5  →  Data is moderately spread</a:t>
          </a:r>
        </a:p>
      </dgm:t>
    </dgm:pt>
    <dgm:pt modelId="{F4FA09D0-1456-40D2-83DC-A234A494BBCC}" type="parTrans" cxnId="{52ADC741-8346-419C-975E-889EC03EE249}">
      <dgm:prSet/>
      <dgm:spPr/>
      <dgm:t>
        <a:bodyPr/>
        <a:lstStyle/>
        <a:p>
          <a:endParaRPr lang="en-US"/>
        </a:p>
      </dgm:t>
    </dgm:pt>
    <dgm:pt modelId="{280182D5-5F64-419F-B3A2-58FDD010585B}" type="sibTrans" cxnId="{52ADC741-8346-419C-975E-889EC03EE249}">
      <dgm:prSet/>
      <dgm:spPr/>
      <dgm:t>
        <a:bodyPr/>
        <a:lstStyle/>
        <a:p>
          <a:endParaRPr lang="en-US"/>
        </a:p>
      </dgm:t>
    </dgm:pt>
    <dgm:pt modelId="{660542C3-6C6B-406A-8BC6-2EA9F465DF4D}">
      <dgm:prSet/>
      <dgm:spPr/>
      <dgm:t>
        <a:bodyPr/>
        <a:lstStyle/>
        <a:p>
          <a:r>
            <a:rPr lang="en-US" i="1"/>
            <a:t>Key Insight: High variability = students are very different from each other.</a:t>
          </a:r>
          <a:endParaRPr lang="en-US"/>
        </a:p>
      </dgm:t>
    </dgm:pt>
    <dgm:pt modelId="{6423B4AF-02AC-4628-B839-07729A58D8BA}" type="parTrans" cxnId="{61BF29FA-D0BB-43CE-9722-2FE8A7A6D412}">
      <dgm:prSet/>
      <dgm:spPr/>
      <dgm:t>
        <a:bodyPr/>
        <a:lstStyle/>
        <a:p>
          <a:endParaRPr lang="en-US"/>
        </a:p>
      </dgm:t>
    </dgm:pt>
    <dgm:pt modelId="{BAF39ABD-A3EE-42AE-BFA9-470F683DB1A8}" type="sibTrans" cxnId="{61BF29FA-D0BB-43CE-9722-2FE8A7A6D412}">
      <dgm:prSet/>
      <dgm:spPr/>
      <dgm:t>
        <a:bodyPr/>
        <a:lstStyle/>
        <a:p>
          <a:endParaRPr lang="en-US"/>
        </a:p>
      </dgm:t>
    </dgm:pt>
    <dgm:pt modelId="{75E7368D-469C-4D7F-854E-AAF553ECA553}" type="pres">
      <dgm:prSet presAssocID="{176F6265-2E88-49FF-9DF1-B42A914FA11F}" presName="diagram" presStyleCnt="0">
        <dgm:presLayoutVars>
          <dgm:dir/>
          <dgm:resizeHandles val="exact"/>
        </dgm:presLayoutVars>
      </dgm:prSet>
      <dgm:spPr/>
    </dgm:pt>
    <dgm:pt modelId="{A361FC7F-5B37-4D0B-9EF0-4CEC1AEDC0D9}" type="pres">
      <dgm:prSet presAssocID="{6F49B45B-519A-4057-868E-052C7D92B060}" presName="node" presStyleLbl="node1" presStyleIdx="0" presStyleCnt="5">
        <dgm:presLayoutVars>
          <dgm:bulletEnabled val="1"/>
        </dgm:presLayoutVars>
      </dgm:prSet>
      <dgm:spPr/>
    </dgm:pt>
    <dgm:pt modelId="{CB676B32-E1AE-444F-A021-32086C43A980}" type="pres">
      <dgm:prSet presAssocID="{FCC091AD-7AED-45E3-B671-1D161A6F0451}" presName="sibTrans" presStyleCnt="0"/>
      <dgm:spPr/>
    </dgm:pt>
    <dgm:pt modelId="{2ED5166A-F7FB-46F4-B8CE-D06BB8F37275}" type="pres">
      <dgm:prSet presAssocID="{D908D885-347A-411E-AA5F-671EFB1AB22D}" presName="node" presStyleLbl="node1" presStyleIdx="1" presStyleCnt="5">
        <dgm:presLayoutVars>
          <dgm:bulletEnabled val="1"/>
        </dgm:presLayoutVars>
      </dgm:prSet>
      <dgm:spPr/>
    </dgm:pt>
    <dgm:pt modelId="{BDF662B5-1687-41C4-8DDB-C5D5329A9A98}" type="pres">
      <dgm:prSet presAssocID="{997287DA-BE6B-4719-8732-EDA4D6FE13E6}" presName="sibTrans" presStyleCnt="0"/>
      <dgm:spPr/>
    </dgm:pt>
    <dgm:pt modelId="{22BA26F7-668F-4E33-A924-C281C1018776}" type="pres">
      <dgm:prSet presAssocID="{8CE6C6C7-449A-4208-A410-791A8161879B}" presName="node" presStyleLbl="node1" presStyleIdx="2" presStyleCnt="5">
        <dgm:presLayoutVars>
          <dgm:bulletEnabled val="1"/>
        </dgm:presLayoutVars>
      </dgm:prSet>
      <dgm:spPr/>
    </dgm:pt>
    <dgm:pt modelId="{B984586B-B310-424F-A244-12CC177583E1}" type="pres">
      <dgm:prSet presAssocID="{B8DE9911-C053-4906-A9CB-DCCD2597DA75}" presName="sibTrans" presStyleCnt="0"/>
      <dgm:spPr/>
    </dgm:pt>
    <dgm:pt modelId="{ABA3099D-A6F5-4D9C-B023-D1002833B49C}" type="pres">
      <dgm:prSet presAssocID="{66FFE576-A7B0-4D7D-8292-064B7244DB0C}" presName="node" presStyleLbl="node1" presStyleIdx="3" presStyleCnt="5">
        <dgm:presLayoutVars>
          <dgm:bulletEnabled val="1"/>
        </dgm:presLayoutVars>
      </dgm:prSet>
      <dgm:spPr/>
    </dgm:pt>
    <dgm:pt modelId="{F72C354F-9C00-4BC6-9874-3ADD435494AE}" type="pres">
      <dgm:prSet presAssocID="{73A0AACF-ECE8-45C8-BE42-00DC2616018E}" presName="sibTrans" presStyleCnt="0"/>
      <dgm:spPr/>
    </dgm:pt>
    <dgm:pt modelId="{E1756D26-4BE9-4FC1-A728-C873F7C23977}" type="pres">
      <dgm:prSet presAssocID="{660542C3-6C6B-406A-8BC6-2EA9F465DF4D}" presName="node" presStyleLbl="node1" presStyleIdx="4" presStyleCnt="5">
        <dgm:presLayoutVars>
          <dgm:bulletEnabled val="1"/>
        </dgm:presLayoutVars>
      </dgm:prSet>
      <dgm:spPr/>
    </dgm:pt>
  </dgm:ptLst>
  <dgm:cxnLst>
    <dgm:cxn modelId="{9AC8040A-9637-49D2-A3CF-7D4B01735841}" type="presOf" srcId="{F4F648F8-E70F-45DF-941F-B9DCC4F9933A}" destId="{ABA3099D-A6F5-4D9C-B023-D1002833B49C}" srcOrd="0" destOrd="3" presId="urn:microsoft.com/office/officeart/2005/8/layout/default"/>
    <dgm:cxn modelId="{7848CC27-7EF3-4038-A4D6-7FA451B1ECC7}" srcId="{66FFE576-A7B0-4D7D-8292-064B7244DB0C}" destId="{6D6055B2-48E6-4DAF-ADF3-94B251F69585}" srcOrd="1" destOrd="0" parTransId="{8F363F08-1569-41BE-8D70-FCD1494F5612}" sibTransId="{1730E592-60EB-48E5-ADAE-39444594325B}"/>
    <dgm:cxn modelId="{7CD9AD3C-09FE-453F-8D71-B7677C84DD27}" srcId="{176F6265-2E88-49FF-9DF1-B42A914FA11F}" destId="{6F49B45B-519A-4057-868E-052C7D92B060}" srcOrd="0" destOrd="0" parTransId="{7FF3AF4F-825B-49EE-ADD3-FEB69E61C774}" sibTransId="{FCC091AD-7AED-45E3-B671-1D161A6F0451}"/>
    <dgm:cxn modelId="{D62D073D-D780-40C2-B6CF-C049E02D3A78}" type="presOf" srcId="{D908D885-347A-411E-AA5F-671EFB1AB22D}" destId="{2ED5166A-F7FB-46F4-B8CE-D06BB8F37275}" srcOrd="0" destOrd="0" presId="urn:microsoft.com/office/officeart/2005/8/layout/default"/>
    <dgm:cxn modelId="{91DA4C40-A471-49B2-B3E2-83CEA7F5F267}" type="presOf" srcId="{176F6265-2E88-49FF-9DF1-B42A914FA11F}" destId="{75E7368D-469C-4D7F-854E-AAF553ECA553}" srcOrd="0" destOrd="0" presId="urn:microsoft.com/office/officeart/2005/8/layout/default"/>
    <dgm:cxn modelId="{D23E925F-837B-4754-A42D-C4897F4DE82C}" type="presOf" srcId="{1FDB0695-80A9-4ED5-9999-00E09B024B0E}" destId="{ABA3099D-A6F5-4D9C-B023-D1002833B49C}" srcOrd="0" destOrd="1" presId="urn:microsoft.com/office/officeart/2005/8/layout/default"/>
    <dgm:cxn modelId="{52ADC741-8346-419C-975E-889EC03EE249}" srcId="{66FFE576-A7B0-4D7D-8292-064B7244DB0C}" destId="{F4F648F8-E70F-45DF-941F-B9DCC4F9933A}" srcOrd="2" destOrd="0" parTransId="{F4FA09D0-1456-40D2-83DC-A234A494BBCC}" sibTransId="{280182D5-5F64-419F-B3A2-58FDD010585B}"/>
    <dgm:cxn modelId="{D7446763-520E-4289-8516-6693BE96B411}" type="presOf" srcId="{6F49B45B-519A-4057-868E-052C7D92B060}" destId="{A361FC7F-5B37-4D0B-9EF0-4CEC1AEDC0D9}" srcOrd="0" destOrd="0" presId="urn:microsoft.com/office/officeart/2005/8/layout/default"/>
    <dgm:cxn modelId="{4AA34545-3521-4D1F-B693-6F9D671640B5}" srcId="{176F6265-2E88-49FF-9DF1-B42A914FA11F}" destId="{8CE6C6C7-449A-4208-A410-791A8161879B}" srcOrd="2" destOrd="0" parTransId="{AA32EC14-71D8-4BFC-B778-719923072F9C}" sibTransId="{B8DE9911-C053-4906-A9CB-DCCD2597DA75}"/>
    <dgm:cxn modelId="{3C7BEB4D-D500-415A-9323-B324C8864370}" srcId="{8CE6C6C7-449A-4208-A410-791A8161879B}" destId="{D48BA665-7665-4C52-8B42-EE9D896D6C4A}" srcOrd="1" destOrd="0" parTransId="{5B4D977E-2D4B-4F2C-9DF0-622E86E1E9B0}" sibTransId="{61EA8B3E-F3FE-45F9-A0ED-2F0244AB8D74}"/>
    <dgm:cxn modelId="{AB4A3853-113F-4994-9005-B1FCFD6612E0}" type="presOf" srcId="{D48BA665-7665-4C52-8B42-EE9D896D6C4A}" destId="{22BA26F7-668F-4E33-A924-C281C1018776}" srcOrd="0" destOrd="2" presId="urn:microsoft.com/office/officeart/2005/8/layout/default"/>
    <dgm:cxn modelId="{3002DE78-35F4-4AD7-98E0-7301201D8247}" type="presOf" srcId="{90063DC2-96DA-4004-8CA5-B8615D8D4004}" destId="{22BA26F7-668F-4E33-A924-C281C1018776}" srcOrd="0" destOrd="3" presId="urn:microsoft.com/office/officeart/2005/8/layout/default"/>
    <dgm:cxn modelId="{6949B580-37FA-474F-A087-2E4389A91490}" srcId="{8CE6C6C7-449A-4208-A410-791A8161879B}" destId="{90063DC2-96DA-4004-8CA5-B8615D8D4004}" srcOrd="2" destOrd="0" parTransId="{AE15EDFA-C5D5-4A07-8602-C26A57E7AF6E}" sibTransId="{4086A384-ED89-40A3-BC3A-0CAC34138296}"/>
    <dgm:cxn modelId="{3DCF1490-B349-4F38-945B-D76BB63FE697}" type="presOf" srcId="{66FFE576-A7B0-4D7D-8292-064B7244DB0C}" destId="{ABA3099D-A6F5-4D9C-B023-D1002833B49C}" srcOrd="0" destOrd="0" presId="urn:microsoft.com/office/officeart/2005/8/layout/default"/>
    <dgm:cxn modelId="{C432D591-7A56-4B21-BDF1-752C15DBBB2E}" srcId="{176F6265-2E88-49FF-9DF1-B42A914FA11F}" destId="{D908D885-347A-411E-AA5F-671EFB1AB22D}" srcOrd="1" destOrd="0" parTransId="{C2981805-133C-497C-8ED7-B57D59ECA1CA}" sibTransId="{997287DA-BE6B-4719-8732-EDA4D6FE13E6}"/>
    <dgm:cxn modelId="{D563EA99-2E39-4531-BAAF-4E4E52BCA005}" type="presOf" srcId="{FA88D96D-6463-4ED9-A89D-F1783BC00D0F}" destId="{22BA26F7-668F-4E33-A924-C281C1018776}" srcOrd="0" destOrd="1" presId="urn:microsoft.com/office/officeart/2005/8/layout/default"/>
    <dgm:cxn modelId="{5CA8DAA7-DA95-4023-B327-95E65C471F8F}" srcId="{8CE6C6C7-449A-4208-A410-791A8161879B}" destId="{FA88D96D-6463-4ED9-A89D-F1783BC00D0F}" srcOrd="0" destOrd="0" parTransId="{F3BD7BEC-8C22-4B68-8F51-3DB66237F707}" sibTransId="{17C01FCD-8C90-498C-B288-15E6487E3CAA}"/>
    <dgm:cxn modelId="{0C8840C5-BE57-4951-A8F7-AD3452BEE94B}" type="presOf" srcId="{8CE6C6C7-449A-4208-A410-791A8161879B}" destId="{22BA26F7-668F-4E33-A924-C281C1018776}" srcOrd="0" destOrd="0" presId="urn:microsoft.com/office/officeart/2005/8/layout/default"/>
    <dgm:cxn modelId="{FFF334CA-CC04-44A0-A467-2423D0240EC1}" srcId="{66FFE576-A7B0-4D7D-8292-064B7244DB0C}" destId="{1FDB0695-80A9-4ED5-9999-00E09B024B0E}" srcOrd="0" destOrd="0" parTransId="{6473B67C-BF59-4F26-AF27-1E972A3DC592}" sibTransId="{17370AEB-511A-488D-8559-E72047D8AFA4}"/>
    <dgm:cxn modelId="{650C2DD9-6FD1-4851-8CCD-D466478654F7}" type="presOf" srcId="{6D6055B2-48E6-4DAF-ADF3-94B251F69585}" destId="{ABA3099D-A6F5-4D9C-B023-D1002833B49C}" srcOrd="0" destOrd="2" presId="urn:microsoft.com/office/officeart/2005/8/layout/default"/>
    <dgm:cxn modelId="{6E5E13EF-4001-4A4C-A858-8C5822DEE843}" type="presOf" srcId="{660542C3-6C6B-406A-8BC6-2EA9F465DF4D}" destId="{E1756D26-4BE9-4FC1-A728-C873F7C23977}" srcOrd="0" destOrd="0" presId="urn:microsoft.com/office/officeart/2005/8/layout/default"/>
    <dgm:cxn modelId="{48FC39F6-8B59-4630-8F9D-A1A0C58118A6}" srcId="{176F6265-2E88-49FF-9DF1-B42A914FA11F}" destId="{66FFE576-A7B0-4D7D-8292-064B7244DB0C}" srcOrd="3" destOrd="0" parTransId="{BE0A0E22-9A1B-4669-B920-097BBA8F0475}" sibTransId="{73A0AACF-ECE8-45C8-BE42-00DC2616018E}"/>
    <dgm:cxn modelId="{61BF29FA-D0BB-43CE-9722-2FE8A7A6D412}" srcId="{176F6265-2E88-49FF-9DF1-B42A914FA11F}" destId="{660542C3-6C6B-406A-8BC6-2EA9F465DF4D}" srcOrd="4" destOrd="0" parTransId="{6423B4AF-02AC-4628-B839-07729A58D8BA}" sibTransId="{BAF39ABD-A3EE-42AE-BFA9-470F683DB1A8}"/>
    <dgm:cxn modelId="{D7E2766D-9F62-4AA6-8E79-049732916985}" type="presParOf" srcId="{75E7368D-469C-4D7F-854E-AAF553ECA553}" destId="{A361FC7F-5B37-4D0B-9EF0-4CEC1AEDC0D9}" srcOrd="0" destOrd="0" presId="urn:microsoft.com/office/officeart/2005/8/layout/default"/>
    <dgm:cxn modelId="{9AC40817-3130-4792-AFE1-BC6786018C82}" type="presParOf" srcId="{75E7368D-469C-4D7F-854E-AAF553ECA553}" destId="{CB676B32-E1AE-444F-A021-32086C43A980}" srcOrd="1" destOrd="0" presId="urn:microsoft.com/office/officeart/2005/8/layout/default"/>
    <dgm:cxn modelId="{D8F3372E-2DC9-4C05-830D-CDF1CE09B5EA}" type="presParOf" srcId="{75E7368D-469C-4D7F-854E-AAF553ECA553}" destId="{2ED5166A-F7FB-46F4-B8CE-D06BB8F37275}" srcOrd="2" destOrd="0" presId="urn:microsoft.com/office/officeart/2005/8/layout/default"/>
    <dgm:cxn modelId="{DD44FA9B-3CB3-4F25-887A-104D8AFB8535}" type="presParOf" srcId="{75E7368D-469C-4D7F-854E-AAF553ECA553}" destId="{BDF662B5-1687-41C4-8DDB-C5D5329A9A98}" srcOrd="3" destOrd="0" presId="urn:microsoft.com/office/officeart/2005/8/layout/default"/>
    <dgm:cxn modelId="{B372BE64-9C35-49F3-B6A5-236D960E7332}" type="presParOf" srcId="{75E7368D-469C-4D7F-854E-AAF553ECA553}" destId="{22BA26F7-668F-4E33-A924-C281C1018776}" srcOrd="4" destOrd="0" presId="urn:microsoft.com/office/officeart/2005/8/layout/default"/>
    <dgm:cxn modelId="{742A498B-1F94-4F84-91A0-1F7661906EBC}" type="presParOf" srcId="{75E7368D-469C-4D7F-854E-AAF553ECA553}" destId="{B984586B-B310-424F-A244-12CC177583E1}" srcOrd="5" destOrd="0" presId="urn:microsoft.com/office/officeart/2005/8/layout/default"/>
    <dgm:cxn modelId="{045B78BA-75DD-43CE-95B0-2B4899DCF104}" type="presParOf" srcId="{75E7368D-469C-4D7F-854E-AAF553ECA553}" destId="{ABA3099D-A6F5-4D9C-B023-D1002833B49C}" srcOrd="6" destOrd="0" presId="urn:microsoft.com/office/officeart/2005/8/layout/default"/>
    <dgm:cxn modelId="{8EE04D54-C1F9-49CE-82FC-5356459801CA}" type="presParOf" srcId="{75E7368D-469C-4D7F-854E-AAF553ECA553}" destId="{F72C354F-9C00-4BC6-9874-3ADD435494AE}" srcOrd="7" destOrd="0" presId="urn:microsoft.com/office/officeart/2005/8/layout/default"/>
    <dgm:cxn modelId="{059749AC-D631-47B2-BDB2-6A7DF45E2AB0}" type="presParOf" srcId="{75E7368D-469C-4D7F-854E-AAF553ECA553}" destId="{E1756D26-4BE9-4FC1-A728-C873F7C23977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278B43E8-7A71-40D1-B42A-BC925790D586}" type="doc">
      <dgm:prSet loTypeId="urn:microsoft.com/office/officeart/2016/7/layout/RepeatingBendingProcessNew" loCatId="process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86598C7-FCD7-4414-84F0-E7D995A1F538}">
      <dgm:prSet/>
      <dgm:spPr/>
      <dgm:t>
        <a:bodyPr/>
        <a:lstStyle/>
        <a:p>
          <a:r>
            <a:rPr lang="en-US" b="1"/>
            <a:t>Histogram of Final Exam Scores:</a:t>
          </a:r>
          <a:endParaRPr lang="en-US"/>
        </a:p>
      </dgm:t>
    </dgm:pt>
    <dgm:pt modelId="{83F5AB1B-DE04-4F06-A57B-32E171727F33}" type="parTrans" cxnId="{206F545A-CFCE-48F6-9493-AE50EE96E03E}">
      <dgm:prSet/>
      <dgm:spPr/>
      <dgm:t>
        <a:bodyPr/>
        <a:lstStyle/>
        <a:p>
          <a:endParaRPr lang="en-US"/>
        </a:p>
      </dgm:t>
    </dgm:pt>
    <dgm:pt modelId="{D79A0B46-D308-4E28-89C5-3A9F5B7C17BD}" type="sibTrans" cxnId="{206F545A-CFCE-48F6-9493-AE50EE96E03E}">
      <dgm:prSet/>
      <dgm:spPr/>
      <dgm:t>
        <a:bodyPr/>
        <a:lstStyle/>
        <a:p>
          <a:endParaRPr lang="en-US"/>
        </a:p>
      </dgm:t>
    </dgm:pt>
    <dgm:pt modelId="{9C67A168-26FC-4AB3-8965-11EBB654CB09}">
      <dgm:prSet/>
      <dgm:spPr/>
      <dgm:t>
        <a:bodyPr/>
        <a:lstStyle/>
        <a:p>
          <a:r>
            <a:rPr lang="en-US"/>
            <a:t>Is the distribution symmetric or skewed?</a:t>
          </a:r>
        </a:p>
      </dgm:t>
    </dgm:pt>
    <dgm:pt modelId="{5B18C660-B5E4-4AF1-8FDD-BED6B5D7631E}" type="parTrans" cxnId="{6BB5A069-BE3D-4913-A0AC-C2DA80046BCC}">
      <dgm:prSet/>
      <dgm:spPr/>
      <dgm:t>
        <a:bodyPr/>
        <a:lstStyle/>
        <a:p>
          <a:endParaRPr lang="en-US"/>
        </a:p>
      </dgm:t>
    </dgm:pt>
    <dgm:pt modelId="{584C9968-7021-445F-A96E-AF79DB31CEF4}" type="sibTrans" cxnId="{6BB5A069-BE3D-4913-A0AC-C2DA80046BCC}">
      <dgm:prSet/>
      <dgm:spPr/>
      <dgm:t>
        <a:bodyPr/>
        <a:lstStyle/>
        <a:p>
          <a:endParaRPr lang="en-US"/>
        </a:p>
      </dgm:t>
    </dgm:pt>
    <dgm:pt modelId="{65550839-F6F7-4D13-97DB-4C25855526FE}">
      <dgm:prSet/>
      <dgm:spPr/>
      <dgm:t>
        <a:bodyPr/>
        <a:lstStyle/>
        <a:p>
          <a:r>
            <a:rPr lang="en-US"/>
            <a:t>Are scores clustered together or spread out?</a:t>
          </a:r>
        </a:p>
      </dgm:t>
    </dgm:pt>
    <dgm:pt modelId="{6AD70066-906C-4440-A099-453B399DDCC8}" type="parTrans" cxnId="{4D579A59-C109-4663-AF0F-3430B5605BD8}">
      <dgm:prSet/>
      <dgm:spPr/>
      <dgm:t>
        <a:bodyPr/>
        <a:lstStyle/>
        <a:p>
          <a:endParaRPr lang="en-US"/>
        </a:p>
      </dgm:t>
    </dgm:pt>
    <dgm:pt modelId="{1376751A-6EE9-4466-A2DC-355DF341457A}" type="sibTrans" cxnId="{4D579A59-C109-4663-AF0F-3430B5605BD8}">
      <dgm:prSet/>
      <dgm:spPr/>
      <dgm:t>
        <a:bodyPr/>
        <a:lstStyle/>
        <a:p>
          <a:endParaRPr lang="en-US"/>
        </a:p>
      </dgm:t>
    </dgm:pt>
    <dgm:pt modelId="{EE02DB9D-8255-4600-A128-169442E1AB43}">
      <dgm:prSet/>
      <dgm:spPr/>
      <dgm:t>
        <a:bodyPr/>
        <a:lstStyle/>
        <a:p>
          <a:r>
            <a:rPr lang="en-US"/>
            <a:t>Are any scores unusually low (potential at-risk students)?</a:t>
          </a:r>
        </a:p>
      </dgm:t>
    </dgm:pt>
    <dgm:pt modelId="{3B5DEA01-AC0B-42F5-8D9B-3471BC27D663}" type="parTrans" cxnId="{95702D24-2305-40E2-B281-48D0FB0232A9}">
      <dgm:prSet/>
      <dgm:spPr/>
      <dgm:t>
        <a:bodyPr/>
        <a:lstStyle/>
        <a:p>
          <a:endParaRPr lang="en-US"/>
        </a:p>
      </dgm:t>
    </dgm:pt>
    <dgm:pt modelId="{5D02AC06-D882-414D-999D-D7A9948E1C31}" type="sibTrans" cxnId="{95702D24-2305-40E2-B281-48D0FB0232A9}">
      <dgm:prSet/>
      <dgm:spPr/>
      <dgm:t>
        <a:bodyPr/>
        <a:lstStyle/>
        <a:p>
          <a:endParaRPr lang="en-US"/>
        </a:p>
      </dgm:t>
    </dgm:pt>
    <dgm:pt modelId="{39B63FC8-EC6F-48D4-A90D-A97FF7030B73}">
      <dgm:prSet/>
      <dgm:spPr/>
      <dgm:t>
        <a:bodyPr/>
        <a:lstStyle/>
        <a:p>
          <a:r>
            <a:rPr lang="en-US" b="1"/>
            <a:t>Scatter Plot — Study Hours vs Final Exam Score:</a:t>
          </a:r>
          <a:endParaRPr lang="en-US"/>
        </a:p>
      </dgm:t>
    </dgm:pt>
    <dgm:pt modelId="{9B27E731-7863-438D-BC72-11587E4A9A37}" type="parTrans" cxnId="{36BBDA77-836E-4E6D-A52B-E0AD21104112}">
      <dgm:prSet/>
      <dgm:spPr/>
      <dgm:t>
        <a:bodyPr/>
        <a:lstStyle/>
        <a:p>
          <a:endParaRPr lang="en-US"/>
        </a:p>
      </dgm:t>
    </dgm:pt>
    <dgm:pt modelId="{7DE95071-1024-43F2-8B80-EE222224CF81}" type="sibTrans" cxnId="{36BBDA77-836E-4E6D-A52B-E0AD21104112}">
      <dgm:prSet/>
      <dgm:spPr/>
      <dgm:t>
        <a:bodyPr/>
        <a:lstStyle/>
        <a:p>
          <a:endParaRPr lang="en-US"/>
        </a:p>
      </dgm:t>
    </dgm:pt>
    <dgm:pt modelId="{62004E7F-137D-4412-B81F-5D041C8CC39F}">
      <dgm:prSet/>
      <dgm:spPr/>
      <dgm:t>
        <a:bodyPr/>
        <a:lstStyle/>
        <a:p>
          <a:r>
            <a:rPr lang="en-US"/>
            <a:t>Plot each student as a point: x = study hours, y = exam score</a:t>
          </a:r>
        </a:p>
      </dgm:t>
    </dgm:pt>
    <dgm:pt modelId="{E812C076-A0A9-43B0-B5B9-BCE58789E4F0}" type="parTrans" cxnId="{5BB6B3D6-D866-4923-B7DF-AC14671FC04B}">
      <dgm:prSet/>
      <dgm:spPr/>
      <dgm:t>
        <a:bodyPr/>
        <a:lstStyle/>
        <a:p>
          <a:endParaRPr lang="en-US"/>
        </a:p>
      </dgm:t>
    </dgm:pt>
    <dgm:pt modelId="{DF6B90C9-2AC0-427F-820E-02A53C72ECCD}" type="sibTrans" cxnId="{5BB6B3D6-D866-4923-B7DF-AC14671FC04B}">
      <dgm:prSet/>
      <dgm:spPr/>
      <dgm:t>
        <a:bodyPr/>
        <a:lstStyle/>
        <a:p>
          <a:endParaRPr lang="en-US"/>
        </a:p>
      </dgm:t>
    </dgm:pt>
    <dgm:pt modelId="{1173FCB9-01A1-4353-9079-67EE59DA9678}">
      <dgm:prSet/>
      <dgm:spPr/>
      <dgm:t>
        <a:bodyPr/>
        <a:lstStyle/>
        <a:p>
          <a:r>
            <a:rPr lang="en-US"/>
            <a:t>Look for a trend: do more study hours lead to higher scores?</a:t>
          </a:r>
        </a:p>
      </dgm:t>
    </dgm:pt>
    <dgm:pt modelId="{AF967D90-64AC-4AA1-8FAE-DD83678698A7}" type="parTrans" cxnId="{FA58B513-4AD5-4661-86CF-072AB1C4FAFF}">
      <dgm:prSet/>
      <dgm:spPr/>
      <dgm:t>
        <a:bodyPr/>
        <a:lstStyle/>
        <a:p>
          <a:endParaRPr lang="en-US"/>
        </a:p>
      </dgm:t>
    </dgm:pt>
    <dgm:pt modelId="{4AC409F0-D081-47BD-BB4F-1C1F7C9DC1E5}" type="sibTrans" cxnId="{FA58B513-4AD5-4661-86CF-072AB1C4FAFF}">
      <dgm:prSet/>
      <dgm:spPr/>
      <dgm:t>
        <a:bodyPr/>
        <a:lstStyle/>
        <a:p>
          <a:endParaRPr lang="en-US"/>
        </a:p>
      </dgm:t>
    </dgm:pt>
    <dgm:pt modelId="{E3692529-13DE-45D6-A6C6-6BA8C3B06E50}">
      <dgm:prSet/>
      <dgm:spPr/>
      <dgm:t>
        <a:bodyPr/>
        <a:lstStyle/>
        <a:p>
          <a:r>
            <a:rPr lang="en-US"/>
            <a:t>Identify outliers: students who studied a lot but still scored low</a:t>
          </a:r>
        </a:p>
      </dgm:t>
    </dgm:pt>
    <dgm:pt modelId="{1537C021-8314-4303-96C5-D64FB7807FF3}" type="parTrans" cxnId="{21C0A89C-DFBE-47B0-A20C-2F2FEA13C1A7}">
      <dgm:prSet/>
      <dgm:spPr/>
      <dgm:t>
        <a:bodyPr/>
        <a:lstStyle/>
        <a:p>
          <a:endParaRPr lang="en-US"/>
        </a:p>
      </dgm:t>
    </dgm:pt>
    <dgm:pt modelId="{9F47304D-1A41-4249-9206-583B45CFB1C6}" type="sibTrans" cxnId="{21C0A89C-DFBE-47B0-A20C-2F2FEA13C1A7}">
      <dgm:prSet/>
      <dgm:spPr/>
      <dgm:t>
        <a:bodyPr/>
        <a:lstStyle/>
        <a:p>
          <a:endParaRPr lang="en-US"/>
        </a:p>
      </dgm:t>
    </dgm:pt>
    <dgm:pt modelId="{2DEAF307-DB4A-4682-A570-5C8913EEA06F}">
      <dgm:prSet/>
      <dgm:spPr/>
      <dgm:t>
        <a:bodyPr/>
        <a:lstStyle/>
        <a:p>
          <a:r>
            <a:rPr lang="en-US" b="1"/>
            <a:t>Golden Rule of Data Science:</a:t>
          </a:r>
          <a:endParaRPr lang="en-US"/>
        </a:p>
      </dgm:t>
    </dgm:pt>
    <dgm:pt modelId="{586338EA-653A-4ABA-BAA3-8B25AF4815CC}" type="parTrans" cxnId="{BE9833F1-EFE6-4E8D-B4A0-C45DCBC91686}">
      <dgm:prSet/>
      <dgm:spPr/>
      <dgm:t>
        <a:bodyPr/>
        <a:lstStyle/>
        <a:p>
          <a:endParaRPr lang="en-US"/>
        </a:p>
      </dgm:t>
    </dgm:pt>
    <dgm:pt modelId="{FD9B5665-6647-4DA6-8165-0116F492AED7}" type="sibTrans" cxnId="{BE9833F1-EFE6-4E8D-B4A0-C45DCBC91686}">
      <dgm:prSet/>
      <dgm:spPr/>
      <dgm:t>
        <a:bodyPr/>
        <a:lstStyle/>
        <a:p>
          <a:endParaRPr lang="en-US"/>
        </a:p>
      </dgm:t>
    </dgm:pt>
    <dgm:pt modelId="{25410F20-B0F3-4005-826E-DA6B44701FE9}">
      <dgm:prSet/>
      <dgm:spPr/>
      <dgm:t>
        <a:bodyPr/>
        <a:lstStyle/>
        <a:p>
          <a:r>
            <a:rPr lang="en-US" i="1"/>
            <a:t>Always visualise before you model. A chart reveals what a formula cannot.</a:t>
          </a:r>
          <a:endParaRPr lang="en-US"/>
        </a:p>
      </dgm:t>
    </dgm:pt>
    <dgm:pt modelId="{932EBE9C-0B4F-4098-AB36-FCA893626F3F}" type="parTrans" cxnId="{3536BF28-26A1-4C97-B012-BAB357730298}">
      <dgm:prSet/>
      <dgm:spPr/>
      <dgm:t>
        <a:bodyPr/>
        <a:lstStyle/>
        <a:p>
          <a:endParaRPr lang="en-US"/>
        </a:p>
      </dgm:t>
    </dgm:pt>
    <dgm:pt modelId="{F5F1410C-37C4-44F7-B7CA-C8F00580ADAC}" type="sibTrans" cxnId="{3536BF28-26A1-4C97-B012-BAB357730298}">
      <dgm:prSet/>
      <dgm:spPr/>
      <dgm:t>
        <a:bodyPr/>
        <a:lstStyle/>
        <a:p>
          <a:endParaRPr lang="en-US"/>
        </a:p>
      </dgm:t>
    </dgm:pt>
    <dgm:pt modelId="{6668BEDF-D292-40FD-8317-0636DB1D6E35}">
      <dgm:prSet/>
      <dgm:spPr/>
      <dgm:t>
        <a:bodyPr/>
        <a:lstStyle/>
        <a:p>
          <a:r>
            <a:rPr lang="en-US"/>
            <a:t>Visualisation reveals patterns, clusters, outliers, and errors.</a:t>
          </a:r>
        </a:p>
      </dgm:t>
    </dgm:pt>
    <dgm:pt modelId="{61A2135C-1330-433D-AC53-05B7BA582B60}" type="parTrans" cxnId="{7AC4D38C-617C-4F18-BBF4-A6B7A6E8E499}">
      <dgm:prSet/>
      <dgm:spPr/>
      <dgm:t>
        <a:bodyPr/>
        <a:lstStyle/>
        <a:p>
          <a:endParaRPr lang="en-US"/>
        </a:p>
      </dgm:t>
    </dgm:pt>
    <dgm:pt modelId="{9E246A52-8620-40CA-91BD-A329D3A78546}" type="sibTrans" cxnId="{7AC4D38C-617C-4F18-BBF4-A6B7A6E8E499}">
      <dgm:prSet/>
      <dgm:spPr/>
      <dgm:t>
        <a:bodyPr/>
        <a:lstStyle/>
        <a:p>
          <a:endParaRPr lang="en-US"/>
        </a:p>
      </dgm:t>
    </dgm:pt>
    <dgm:pt modelId="{7DB732EE-3D4A-4B92-A315-E24922E53FE6}" type="pres">
      <dgm:prSet presAssocID="{278B43E8-7A71-40D1-B42A-BC925790D586}" presName="Name0" presStyleCnt="0">
        <dgm:presLayoutVars>
          <dgm:dir/>
          <dgm:resizeHandles val="exact"/>
        </dgm:presLayoutVars>
      </dgm:prSet>
      <dgm:spPr/>
    </dgm:pt>
    <dgm:pt modelId="{A2C7B210-86C3-485A-9F86-94B3D44A9AE2}" type="pres">
      <dgm:prSet presAssocID="{A86598C7-FCD7-4414-84F0-E7D995A1F538}" presName="node" presStyleLbl="node1" presStyleIdx="0" presStyleCnt="5">
        <dgm:presLayoutVars>
          <dgm:bulletEnabled val="1"/>
        </dgm:presLayoutVars>
      </dgm:prSet>
      <dgm:spPr/>
    </dgm:pt>
    <dgm:pt modelId="{973A9237-4DBF-4E21-B9DE-B8AC932D9DFE}" type="pres">
      <dgm:prSet presAssocID="{D79A0B46-D308-4E28-89C5-3A9F5B7C17BD}" presName="sibTrans" presStyleLbl="sibTrans1D1" presStyleIdx="0" presStyleCnt="4"/>
      <dgm:spPr/>
    </dgm:pt>
    <dgm:pt modelId="{5538EE51-3A92-4650-8AB4-F68133944A4F}" type="pres">
      <dgm:prSet presAssocID="{D79A0B46-D308-4E28-89C5-3A9F5B7C17BD}" presName="connectorText" presStyleLbl="sibTrans1D1" presStyleIdx="0" presStyleCnt="4"/>
      <dgm:spPr/>
    </dgm:pt>
    <dgm:pt modelId="{D13ABC53-5E76-4634-A94D-99F69F9C09E8}" type="pres">
      <dgm:prSet presAssocID="{39B63FC8-EC6F-48D4-A90D-A97FF7030B73}" presName="node" presStyleLbl="node1" presStyleIdx="1" presStyleCnt="5">
        <dgm:presLayoutVars>
          <dgm:bulletEnabled val="1"/>
        </dgm:presLayoutVars>
      </dgm:prSet>
      <dgm:spPr/>
    </dgm:pt>
    <dgm:pt modelId="{CEBF96D7-31C7-4222-9343-7BF8B38D239B}" type="pres">
      <dgm:prSet presAssocID="{7DE95071-1024-43F2-8B80-EE222224CF81}" presName="sibTrans" presStyleLbl="sibTrans1D1" presStyleIdx="1" presStyleCnt="4"/>
      <dgm:spPr/>
    </dgm:pt>
    <dgm:pt modelId="{B42B70C6-2E1E-4E30-8663-9D028CABA1E8}" type="pres">
      <dgm:prSet presAssocID="{7DE95071-1024-43F2-8B80-EE222224CF81}" presName="connectorText" presStyleLbl="sibTrans1D1" presStyleIdx="1" presStyleCnt="4"/>
      <dgm:spPr/>
    </dgm:pt>
    <dgm:pt modelId="{7CE04390-532F-43F1-B1CF-AC4834EB8842}" type="pres">
      <dgm:prSet presAssocID="{2DEAF307-DB4A-4682-A570-5C8913EEA06F}" presName="node" presStyleLbl="node1" presStyleIdx="2" presStyleCnt="5">
        <dgm:presLayoutVars>
          <dgm:bulletEnabled val="1"/>
        </dgm:presLayoutVars>
      </dgm:prSet>
      <dgm:spPr/>
    </dgm:pt>
    <dgm:pt modelId="{27327782-AF9E-4EDE-9904-7FD1F67C5188}" type="pres">
      <dgm:prSet presAssocID="{FD9B5665-6647-4DA6-8165-0116F492AED7}" presName="sibTrans" presStyleLbl="sibTrans1D1" presStyleIdx="2" presStyleCnt="4"/>
      <dgm:spPr/>
    </dgm:pt>
    <dgm:pt modelId="{7E766737-DEDE-4E98-8636-C708CA7A05EA}" type="pres">
      <dgm:prSet presAssocID="{FD9B5665-6647-4DA6-8165-0116F492AED7}" presName="connectorText" presStyleLbl="sibTrans1D1" presStyleIdx="2" presStyleCnt="4"/>
      <dgm:spPr/>
    </dgm:pt>
    <dgm:pt modelId="{88FBAF2D-5991-41FA-815E-B3A3C3D2FC35}" type="pres">
      <dgm:prSet presAssocID="{25410F20-B0F3-4005-826E-DA6B44701FE9}" presName="node" presStyleLbl="node1" presStyleIdx="3" presStyleCnt="5">
        <dgm:presLayoutVars>
          <dgm:bulletEnabled val="1"/>
        </dgm:presLayoutVars>
      </dgm:prSet>
      <dgm:spPr/>
    </dgm:pt>
    <dgm:pt modelId="{8BBBF1D8-4D44-4828-B839-B6F123E28523}" type="pres">
      <dgm:prSet presAssocID="{F5F1410C-37C4-44F7-B7CA-C8F00580ADAC}" presName="sibTrans" presStyleLbl="sibTrans1D1" presStyleIdx="3" presStyleCnt="4"/>
      <dgm:spPr/>
    </dgm:pt>
    <dgm:pt modelId="{62631EE9-5474-4E77-9679-02472678BF26}" type="pres">
      <dgm:prSet presAssocID="{F5F1410C-37C4-44F7-B7CA-C8F00580ADAC}" presName="connectorText" presStyleLbl="sibTrans1D1" presStyleIdx="3" presStyleCnt="4"/>
      <dgm:spPr/>
    </dgm:pt>
    <dgm:pt modelId="{1150C406-DD56-49E5-989C-A628AC57D9F0}" type="pres">
      <dgm:prSet presAssocID="{6668BEDF-D292-40FD-8317-0636DB1D6E35}" presName="node" presStyleLbl="node1" presStyleIdx="4" presStyleCnt="5">
        <dgm:presLayoutVars>
          <dgm:bulletEnabled val="1"/>
        </dgm:presLayoutVars>
      </dgm:prSet>
      <dgm:spPr/>
    </dgm:pt>
  </dgm:ptLst>
  <dgm:cxnLst>
    <dgm:cxn modelId="{E5E67B03-F25B-49B4-BA78-E0F7CF0B8330}" type="presOf" srcId="{25410F20-B0F3-4005-826E-DA6B44701FE9}" destId="{88FBAF2D-5991-41FA-815E-B3A3C3D2FC35}" srcOrd="0" destOrd="0" presId="urn:microsoft.com/office/officeart/2016/7/layout/RepeatingBendingProcessNew"/>
    <dgm:cxn modelId="{B0B14705-F088-4D4B-8DF7-8AAC1F08AC43}" type="presOf" srcId="{65550839-F6F7-4D13-97DB-4C25855526FE}" destId="{A2C7B210-86C3-485A-9F86-94B3D44A9AE2}" srcOrd="0" destOrd="2" presId="urn:microsoft.com/office/officeart/2016/7/layout/RepeatingBendingProcessNew"/>
    <dgm:cxn modelId="{FA58B513-4AD5-4661-86CF-072AB1C4FAFF}" srcId="{39B63FC8-EC6F-48D4-A90D-A97FF7030B73}" destId="{1173FCB9-01A1-4353-9079-67EE59DA9678}" srcOrd="1" destOrd="0" parTransId="{AF967D90-64AC-4AA1-8FAE-DD83678698A7}" sibTransId="{4AC409F0-D081-47BD-BB4F-1C1F7C9DC1E5}"/>
    <dgm:cxn modelId="{CD721721-08EC-49D5-9D54-7FD9C75A37A2}" type="presOf" srcId="{D79A0B46-D308-4E28-89C5-3A9F5B7C17BD}" destId="{5538EE51-3A92-4650-8AB4-F68133944A4F}" srcOrd="1" destOrd="0" presId="urn:microsoft.com/office/officeart/2016/7/layout/RepeatingBendingProcessNew"/>
    <dgm:cxn modelId="{95702D24-2305-40E2-B281-48D0FB0232A9}" srcId="{A86598C7-FCD7-4414-84F0-E7D995A1F538}" destId="{EE02DB9D-8255-4600-A128-169442E1AB43}" srcOrd="2" destOrd="0" parTransId="{3B5DEA01-AC0B-42F5-8D9B-3471BC27D663}" sibTransId="{5D02AC06-D882-414D-999D-D7A9948E1C31}"/>
    <dgm:cxn modelId="{3536BF28-26A1-4C97-B012-BAB357730298}" srcId="{278B43E8-7A71-40D1-B42A-BC925790D586}" destId="{25410F20-B0F3-4005-826E-DA6B44701FE9}" srcOrd="3" destOrd="0" parTransId="{932EBE9C-0B4F-4098-AB36-FCA893626F3F}" sibTransId="{F5F1410C-37C4-44F7-B7CA-C8F00580ADAC}"/>
    <dgm:cxn modelId="{F8DD192F-114F-43CD-A108-D7DE1799D294}" type="presOf" srcId="{F5F1410C-37C4-44F7-B7CA-C8F00580ADAC}" destId="{62631EE9-5474-4E77-9679-02472678BF26}" srcOrd="1" destOrd="0" presId="urn:microsoft.com/office/officeart/2016/7/layout/RepeatingBendingProcessNew"/>
    <dgm:cxn modelId="{EF01D32F-3826-42F8-8FCF-049FD8167DAF}" type="presOf" srcId="{9C67A168-26FC-4AB3-8965-11EBB654CB09}" destId="{A2C7B210-86C3-485A-9F86-94B3D44A9AE2}" srcOrd="0" destOrd="1" presId="urn:microsoft.com/office/officeart/2016/7/layout/RepeatingBendingProcessNew"/>
    <dgm:cxn modelId="{897A7D5F-A07A-42A0-8446-6633DCE5B9F4}" type="presOf" srcId="{1173FCB9-01A1-4353-9079-67EE59DA9678}" destId="{D13ABC53-5E76-4634-A94D-99F69F9C09E8}" srcOrd="0" destOrd="2" presId="urn:microsoft.com/office/officeart/2016/7/layout/RepeatingBendingProcessNew"/>
    <dgm:cxn modelId="{6BB5A069-BE3D-4913-A0AC-C2DA80046BCC}" srcId="{A86598C7-FCD7-4414-84F0-E7D995A1F538}" destId="{9C67A168-26FC-4AB3-8965-11EBB654CB09}" srcOrd="0" destOrd="0" parTransId="{5B18C660-B5E4-4AF1-8FDD-BED6B5D7631E}" sibTransId="{584C9968-7021-445F-A96E-AF79DB31CEF4}"/>
    <dgm:cxn modelId="{93A0324B-ABA4-428F-AB88-3988F7DD624A}" type="presOf" srcId="{2DEAF307-DB4A-4682-A570-5C8913EEA06F}" destId="{7CE04390-532F-43F1-B1CF-AC4834EB8842}" srcOrd="0" destOrd="0" presId="urn:microsoft.com/office/officeart/2016/7/layout/RepeatingBendingProcessNew"/>
    <dgm:cxn modelId="{9A050E50-89F1-41A2-AC6C-317E0E30BF74}" type="presOf" srcId="{39B63FC8-EC6F-48D4-A90D-A97FF7030B73}" destId="{D13ABC53-5E76-4634-A94D-99F69F9C09E8}" srcOrd="0" destOrd="0" presId="urn:microsoft.com/office/officeart/2016/7/layout/RepeatingBendingProcessNew"/>
    <dgm:cxn modelId="{36BBDA77-836E-4E6D-A52B-E0AD21104112}" srcId="{278B43E8-7A71-40D1-B42A-BC925790D586}" destId="{39B63FC8-EC6F-48D4-A90D-A97FF7030B73}" srcOrd="1" destOrd="0" parTransId="{9B27E731-7863-438D-BC72-11587E4A9A37}" sibTransId="{7DE95071-1024-43F2-8B80-EE222224CF81}"/>
    <dgm:cxn modelId="{4D579A59-C109-4663-AF0F-3430B5605BD8}" srcId="{A86598C7-FCD7-4414-84F0-E7D995A1F538}" destId="{65550839-F6F7-4D13-97DB-4C25855526FE}" srcOrd="1" destOrd="0" parTransId="{6AD70066-906C-4440-A099-453B399DDCC8}" sibTransId="{1376751A-6EE9-4466-A2DC-355DF341457A}"/>
    <dgm:cxn modelId="{206F545A-CFCE-48F6-9493-AE50EE96E03E}" srcId="{278B43E8-7A71-40D1-B42A-BC925790D586}" destId="{A86598C7-FCD7-4414-84F0-E7D995A1F538}" srcOrd="0" destOrd="0" parTransId="{83F5AB1B-DE04-4F06-A57B-32E171727F33}" sibTransId="{D79A0B46-D308-4E28-89C5-3A9F5B7C17BD}"/>
    <dgm:cxn modelId="{E128B085-103D-489E-97BC-65218935B4DA}" type="presOf" srcId="{6668BEDF-D292-40FD-8317-0636DB1D6E35}" destId="{1150C406-DD56-49E5-989C-A628AC57D9F0}" srcOrd="0" destOrd="0" presId="urn:microsoft.com/office/officeart/2016/7/layout/RepeatingBendingProcessNew"/>
    <dgm:cxn modelId="{7AC4D38C-617C-4F18-BBF4-A6B7A6E8E499}" srcId="{278B43E8-7A71-40D1-B42A-BC925790D586}" destId="{6668BEDF-D292-40FD-8317-0636DB1D6E35}" srcOrd="4" destOrd="0" parTransId="{61A2135C-1330-433D-AC53-05B7BA582B60}" sibTransId="{9E246A52-8620-40CA-91BD-A329D3A78546}"/>
    <dgm:cxn modelId="{21C0A89C-DFBE-47B0-A20C-2F2FEA13C1A7}" srcId="{39B63FC8-EC6F-48D4-A90D-A97FF7030B73}" destId="{E3692529-13DE-45D6-A6C6-6BA8C3B06E50}" srcOrd="2" destOrd="0" parTransId="{1537C021-8314-4303-96C5-D64FB7807FF3}" sibTransId="{9F47304D-1A41-4249-9206-583B45CFB1C6}"/>
    <dgm:cxn modelId="{2F20D5B1-3E59-4F1A-9F04-E94B8A1F7DCB}" type="presOf" srcId="{E3692529-13DE-45D6-A6C6-6BA8C3B06E50}" destId="{D13ABC53-5E76-4634-A94D-99F69F9C09E8}" srcOrd="0" destOrd="3" presId="urn:microsoft.com/office/officeart/2016/7/layout/RepeatingBendingProcessNew"/>
    <dgm:cxn modelId="{E4457AC8-7D12-462F-8378-03423BA63884}" type="presOf" srcId="{D79A0B46-D308-4E28-89C5-3A9F5B7C17BD}" destId="{973A9237-4DBF-4E21-B9DE-B8AC932D9DFE}" srcOrd="0" destOrd="0" presId="urn:microsoft.com/office/officeart/2016/7/layout/RepeatingBendingProcessNew"/>
    <dgm:cxn modelId="{7AAD16CB-6C1D-427D-9A09-03A1368F1AAB}" type="presOf" srcId="{EE02DB9D-8255-4600-A128-169442E1AB43}" destId="{A2C7B210-86C3-485A-9F86-94B3D44A9AE2}" srcOrd="0" destOrd="3" presId="urn:microsoft.com/office/officeart/2016/7/layout/RepeatingBendingProcessNew"/>
    <dgm:cxn modelId="{6F05D2CB-7145-4C9C-849A-8FBAEAE2F446}" type="presOf" srcId="{62004E7F-137D-4412-B81F-5D041C8CC39F}" destId="{D13ABC53-5E76-4634-A94D-99F69F9C09E8}" srcOrd="0" destOrd="1" presId="urn:microsoft.com/office/officeart/2016/7/layout/RepeatingBendingProcessNew"/>
    <dgm:cxn modelId="{CD872BCC-DAC4-43E7-9E2A-D159A7240F55}" type="presOf" srcId="{FD9B5665-6647-4DA6-8165-0116F492AED7}" destId="{7E766737-DEDE-4E98-8636-C708CA7A05EA}" srcOrd="1" destOrd="0" presId="urn:microsoft.com/office/officeart/2016/7/layout/RepeatingBendingProcessNew"/>
    <dgm:cxn modelId="{BEC5AED4-D521-4290-9AC3-5B189B4DB0AA}" type="presOf" srcId="{A86598C7-FCD7-4414-84F0-E7D995A1F538}" destId="{A2C7B210-86C3-485A-9F86-94B3D44A9AE2}" srcOrd="0" destOrd="0" presId="urn:microsoft.com/office/officeart/2016/7/layout/RepeatingBendingProcessNew"/>
    <dgm:cxn modelId="{4BFB34D5-EC63-4567-96B6-ED9428F1A0E9}" type="presOf" srcId="{FD9B5665-6647-4DA6-8165-0116F492AED7}" destId="{27327782-AF9E-4EDE-9904-7FD1F67C5188}" srcOrd="0" destOrd="0" presId="urn:microsoft.com/office/officeart/2016/7/layout/RepeatingBendingProcessNew"/>
    <dgm:cxn modelId="{5BB6B3D6-D866-4923-B7DF-AC14671FC04B}" srcId="{39B63FC8-EC6F-48D4-A90D-A97FF7030B73}" destId="{62004E7F-137D-4412-B81F-5D041C8CC39F}" srcOrd="0" destOrd="0" parTransId="{E812C076-A0A9-43B0-B5B9-BCE58789E4F0}" sibTransId="{DF6B90C9-2AC0-427F-820E-02A53C72ECCD}"/>
    <dgm:cxn modelId="{5A7D5BE2-57F1-4A05-8AFC-63FFD8BA9D95}" type="presOf" srcId="{F5F1410C-37C4-44F7-B7CA-C8F00580ADAC}" destId="{8BBBF1D8-4D44-4828-B839-B6F123E28523}" srcOrd="0" destOrd="0" presId="urn:microsoft.com/office/officeart/2016/7/layout/RepeatingBendingProcessNew"/>
    <dgm:cxn modelId="{0A2290E6-E3CA-476A-AA0E-5D5E4DC7960F}" type="presOf" srcId="{7DE95071-1024-43F2-8B80-EE222224CF81}" destId="{CEBF96D7-31C7-4222-9343-7BF8B38D239B}" srcOrd="0" destOrd="0" presId="urn:microsoft.com/office/officeart/2016/7/layout/RepeatingBendingProcessNew"/>
    <dgm:cxn modelId="{BE9833F1-EFE6-4E8D-B4A0-C45DCBC91686}" srcId="{278B43E8-7A71-40D1-B42A-BC925790D586}" destId="{2DEAF307-DB4A-4682-A570-5C8913EEA06F}" srcOrd="2" destOrd="0" parTransId="{586338EA-653A-4ABA-BAA3-8B25AF4815CC}" sibTransId="{FD9B5665-6647-4DA6-8165-0116F492AED7}"/>
    <dgm:cxn modelId="{81E1DDF7-580C-4B83-860C-4509826FD2E2}" type="presOf" srcId="{278B43E8-7A71-40D1-B42A-BC925790D586}" destId="{7DB732EE-3D4A-4B92-A315-E24922E53FE6}" srcOrd="0" destOrd="0" presId="urn:microsoft.com/office/officeart/2016/7/layout/RepeatingBendingProcessNew"/>
    <dgm:cxn modelId="{53E619FA-DFCD-4ED9-8309-A6DC9C9C4416}" type="presOf" srcId="{7DE95071-1024-43F2-8B80-EE222224CF81}" destId="{B42B70C6-2E1E-4E30-8663-9D028CABA1E8}" srcOrd="1" destOrd="0" presId="urn:microsoft.com/office/officeart/2016/7/layout/RepeatingBendingProcessNew"/>
    <dgm:cxn modelId="{6FC71BEE-781C-4D9E-9FDB-AD0845E79A3C}" type="presParOf" srcId="{7DB732EE-3D4A-4B92-A315-E24922E53FE6}" destId="{A2C7B210-86C3-485A-9F86-94B3D44A9AE2}" srcOrd="0" destOrd="0" presId="urn:microsoft.com/office/officeart/2016/7/layout/RepeatingBendingProcessNew"/>
    <dgm:cxn modelId="{B05DEE43-7736-405B-8668-205680225DFC}" type="presParOf" srcId="{7DB732EE-3D4A-4B92-A315-E24922E53FE6}" destId="{973A9237-4DBF-4E21-B9DE-B8AC932D9DFE}" srcOrd="1" destOrd="0" presId="urn:microsoft.com/office/officeart/2016/7/layout/RepeatingBendingProcessNew"/>
    <dgm:cxn modelId="{0B7A23AE-8956-4F6F-B6A1-C51B928D2C7C}" type="presParOf" srcId="{973A9237-4DBF-4E21-B9DE-B8AC932D9DFE}" destId="{5538EE51-3A92-4650-8AB4-F68133944A4F}" srcOrd="0" destOrd="0" presId="urn:microsoft.com/office/officeart/2016/7/layout/RepeatingBendingProcessNew"/>
    <dgm:cxn modelId="{AFD9AB15-A8FB-4FA3-853B-035AEE5A96F8}" type="presParOf" srcId="{7DB732EE-3D4A-4B92-A315-E24922E53FE6}" destId="{D13ABC53-5E76-4634-A94D-99F69F9C09E8}" srcOrd="2" destOrd="0" presId="urn:microsoft.com/office/officeart/2016/7/layout/RepeatingBendingProcessNew"/>
    <dgm:cxn modelId="{A97123DE-DB22-48A2-AB27-16B9AFEB3D85}" type="presParOf" srcId="{7DB732EE-3D4A-4B92-A315-E24922E53FE6}" destId="{CEBF96D7-31C7-4222-9343-7BF8B38D239B}" srcOrd="3" destOrd="0" presId="urn:microsoft.com/office/officeart/2016/7/layout/RepeatingBendingProcessNew"/>
    <dgm:cxn modelId="{C7958BF0-0BE5-4FA4-ABDD-D1B71C657904}" type="presParOf" srcId="{CEBF96D7-31C7-4222-9343-7BF8B38D239B}" destId="{B42B70C6-2E1E-4E30-8663-9D028CABA1E8}" srcOrd="0" destOrd="0" presId="urn:microsoft.com/office/officeart/2016/7/layout/RepeatingBendingProcessNew"/>
    <dgm:cxn modelId="{FD369D9C-0711-4644-9E99-21059D24D2C2}" type="presParOf" srcId="{7DB732EE-3D4A-4B92-A315-E24922E53FE6}" destId="{7CE04390-532F-43F1-B1CF-AC4834EB8842}" srcOrd="4" destOrd="0" presId="urn:microsoft.com/office/officeart/2016/7/layout/RepeatingBendingProcessNew"/>
    <dgm:cxn modelId="{15B0A6E6-F60A-4747-A118-F1D29AC43B80}" type="presParOf" srcId="{7DB732EE-3D4A-4B92-A315-E24922E53FE6}" destId="{27327782-AF9E-4EDE-9904-7FD1F67C5188}" srcOrd="5" destOrd="0" presId="urn:microsoft.com/office/officeart/2016/7/layout/RepeatingBendingProcessNew"/>
    <dgm:cxn modelId="{8CDD0B4B-32AD-4F4C-9C64-4D7FF8B9C481}" type="presParOf" srcId="{27327782-AF9E-4EDE-9904-7FD1F67C5188}" destId="{7E766737-DEDE-4E98-8636-C708CA7A05EA}" srcOrd="0" destOrd="0" presId="urn:microsoft.com/office/officeart/2016/7/layout/RepeatingBendingProcessNew"/>
    <dgm:cxn modelId="{501CEFCE-F19C-453D-A062-871CBD34EFB5}" type="presParOf" srcId="{7DB732EE-3D4A-4B92-A315-E24922E53FE6}" destId="{88FBAF2D-5991-41FA-815E-B3A3C3D2FC35}" srcOrd="6" destOrd="0" presId="urn:microsoft.com/office/officeart/2016/7/layout/RepeatingBendingProcessNew"/>
    <dgm:cxn modelId="{DED308D4-B5A7-49F5-80E2-EC235BA342A5}" type="presParOf" srcId="{7DB732EE-3D4A-4B92-A315-E24922E53FE6}" destId="{8BBBF1D8-4D44-4828-B839-B6F123E28523}" srcOrd="7" destOrd="0" presId="urn:microsoft.com/office/officeart/2016/7/layout/RepeatingBendingProcessNew"/>
    <dgm:cxn modelId="{2BF340CE-BC15-4406-83BC-BEB4469A9749}" type="presParOf" srcId="{8BBBF1D8-4D44-4828-B839-B6F123E28523}" destId="{62631EE9-5474-4E77-9679-02472678BF26}" srcOrd="0" destOrd="0" presId="urn:microsoft.com/office/officeart/2016/7/layout/RepeatingBendingProcessNew"/>
    <dgm:cxn modelId="{66CA4531-61A4-4ED8-9D4F-CAB537A1D945}" type="presParOf" srcId="{7DB732EE-3D4A-4B92-A315-E24922E53FE6}" destId="{1150C406-DD56-49E5-989C-A628AC57D9F0}" srcOrd="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519A391D-5E3A-4CF7-AB75-CC67FFFB3BD1}" type="doc">
      <dgm:prSet loTypeId="urn:microsoft.com/office/officeart/2005/8/layout/hChevron3" loCatId="process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D7F01CE-CED7-4233-A5E8-255F7B4B62A8}">
      <dgm:prSet/>
      <dgm:spPr/>
      <dgm:t>
        <a:bodyPr/>
        <a:lstStyle/>
        <a:p>
          <a:r>
            <a:rPr lang="en-US" b="1"/>
            <a:t>Correlation tells us: do two variables move together?</a:t>
          </a:r>
          <a:endParaRPr lang="en-US"/>
        </a:p>
      </dgm:t>
    </dgm:pt>
    <dgm:pt modelId="{538B9379-E7B8-4239-AA33-2A9B2FF2854A}" type="parTrans" cxnId="{15BD7793-225A-4AB0-9A31-14F6085C0FE5}">
      <dgm:prSet/>
      <dgm:spPr/>
      <dgm:t>
        <a:bodyPr/>
        <a:lstStyle/>
        <a:p>
          <a:endParaRPr lang="en-US"/>
        </a:p>
      </dgm:t>
    </dgm:pt>
    <dgm:pt modelId="{6216D938-929F-4FB4-8B86-4F3BE4143124}" type="sibTrans" cxnId="{15BD7793-225A-4AB0-9A31-14F6085C0FE5}">
      <dgm:prSet/>
      <dgm:spPr/>
      <dgm:t>
        <a:bodyPr/>
        <a:lstStyle/>
        <a:p>
          <a:endParaRPr lang="en-US"/>
        </a:p>
      </dgm:t>
    </dgm:pt>
    <dgm:pt modelId="{73358CDF-5C57-4513-BD67-969A9C2D845A}">
      <dgm:prSet/>
      <dgm:spPr/>
      <dgm:t>
        <a:bodyPr/>
        <a:lstStyle/>
        <a:p>
          <a:r>
            <a:rPr lang="en-US"/>
            <a:t>Calculate correlation between:</a:t>
          </a:r>
        </a:p>
      </dgm:t>
    </dgm:pt>
    <dgm:pt modelId="{400520C9-5286-4D2F-88F5-B813084F1153}" type="parTrans" cxnId="{C12153E5-1512-41B4-AA96-3D70447CA0A5}">
      <dgm:prSet/>
      <dgm:spPr/>
      <dgm:t>
        <a:bodyPr/>
        <a:lstStyle/>
        <a:p>
          <a:endParaRPr lang="en-US"/>
        </a:p>
      </dgm:t>
    </dgm:pt>
    <dgm:pt modelId="{061DDC0F-4C3D-45AD-82DD-01042D15D1F4}" type="sibTrans" cxnId="{C12153E5-1512-41B4-AA96-3D70447CA0A5}">
      <dgm:prSet/>
      <dgm:spPr/>
      <dgm:t>
        <a:bodyPr/>
        <a:lstStyle/>
        <a:p>
          <a:endParaRPr lang="en-US"/>
        </a:p>
      </dgm:t>
    </dgm:pt>
    <dgm:pt modelId="{C4DF367A-B8C5-42F9-BADF-27FF3767B241}">
      <dgm:prSet/>
      <dgm:spPr/>
      <dgm:t>
        <a:bodyPr/>
        <a:lstStyle/>
        <a:p>
          <a:r>
            <a:rPr lang="en-US"/>
            <a:t>Study Hours vs Exam Score</a:t>
          </a:r>
        </a:p>
      </dgm:t>
    </dgm:pt>
    <dgm:pt modelId="{C4F0DBBD-65F5-4321-AC8B-726EE747DD58}" type="parTrans" cxnId="{2BBFF0A2-A00B-42E2-9625-BC9F0C4338EF}">
      <dgm:prSet/>
      <dgm:spPr/>
      <dgm:t>
        <a:bodyPr/>
        <a:lstStyle/>
        <a:p>
          <a:endParaRPr lang="en-US"/>
        </a:p>
      </dgm:t>
    </dgm:pt>
    <dgm:pt modelId="{1A23C0E1-2A01-47BE-B85B-35BAA6B0AABD}" type="sibTrans" cxnId="{2BBFF0A2-A00B-42E2-9625-BC9F0C4338EF}">
      <dgm:prSet/>
      <dgm:spPr/>
      <dgm:t>
        <a:bodyPr/>
        <a:lstStyle/>
        <a:p>
          <a:endParaRPr lang="en-US"/>
        </a:p>
      </dgm:t>
    </dgm:pt>
    <dgm:pt modelId="{64E8E035-D9F4-479B-8E15-7F1C9E3E5E27}">
      <dgm:prSet/>
      <dgm:spPr/>
      <dgm:t>
        <a:bodyPr/>
        <a:lstStyle/>
        <a:p>
          <a:r>
            <a:rPr lang="en-US"/>
            <a:t>Attendance vs Exam Score</a:t>
          </a:r>
        </a:p>
      </dgm:t>
    </dgm:pt>
    <dgm:pt modelId="{183DC995-5CBD-49A7-AF2B-EDFA5FA0CC33}" type="parTrans" cxnId="{CD3CF3B6-638B-409D-BDFF-B904C575B966}">
      <dgm:prSet/>
      <dgm:spPr/>
      <dgm:t>
        <a:bodyPr/>
        <a:lstStyle/>
        <a:p>
          <a:endParaRPr lang="en-US"/>
        </a:p>
      </dgm:t>
    </dgm:pt>
    <dgm:pt modelId="{54D1A098-3244-4A3E-A5FB-C01FFF70616E}" type="sibTrans" cxnId="{CD3CF3B6-638B-409D-BDFF-B904C575B966}">
      <dgm:prSet/>
      <dgm:spPr/>
      <dgm:t>
        <a:bodyPr/>
        <a:lstStyle/>
        <a:p>
          <a:endParaRPr lang="en-US"/>
        </a:p>
      </dgm:t>
    </dgm:pt>
    <dgm:pt modelId="{6C890A9D-6528-4996-B699-4E1CB1EB7FB5}">
      <dgm:prSet/>
      <dgm:spPr/>
      <dgm:t>
        <a:bodyPr/>
        <a:lstStyle/>
        <a:p>
          <a:r>
            <a:rPr lang="en-US"/>
            <a:t>Assignment Score vs Exam Score</a:t>
          </a:r>
        </a:p>
      </dgm:t>
    </dgm:pt>
    <dgm:pt modelId="{C499CE50-7EE7-4DF5-987A-63756A870437}" type="parTrans" cxnId="{D1AEEF53-97EB-437E-8FED-60AE40B5BECA}">
      <dgm:prSet/>
      <dgm:spPr/>
      <dgm:t>
        <a:bodyPr/>
        <a:lstStyle/>
        <a:p>
          <a:endParaRPr lang="en-US"/>
        </a:p>
      </dgm:t>
    </dgm:pt>
    <dgm:pt modelId="{1E4A5E7C-D8F8-4477-B869-910FEBFCD5CC}" type="sibTrans" cxnId="{D1AEEF53-97EB-437E-8FED-60AE40B5BECA}">
      <dgm:prSet/>
      <dgm:spPr/>
      <dgm:t>
        <a:bodyPr/>
        <a:lstStyle/>
        <a:p>
          <a:endParaRPr lang="en-US"/>
        </a:p>
      </dgm:t>
    </dgm:pt>
    <dgm:pt modelId="{C91E54DF-A4A0-44AA-A7CE-E551DA1CADCC}">
      <dgm:prSet/>
      <dgm:spPr/>
      <dgm:t>
        <a:bodyPr/>
        <a:lstStyle/>
        <a:p>
          <a:r>
            <a:rPr lang="en-US" b="1"/>
            <a:t>Interpreting the correlation value (r):</a:t>
          </a:r>
          <a:endParaRPr lang="en-US"/>
        </a:p>
      </dgm:t>
    </dgm:pt>
    <dgm:pt modelId="{C45DA5F3-DD9C-4C7A-84E2-3F574D8CABEC}" type="parTrans" cxnId="{F9BC21A5-334F-428E-9502-84665B0CA9C1}">
      <dgm:prSet/>
      <dgm:spPr/>
      <dgm:t>
        <a:bodyPr/>
        <a:lstStyle/>
        <a:p>
          <a:endParaRPr lang="en-US"/>
        </a:p>
      </dgm:t>
    </dgm:pt>
    <dgm:pt modelId="{4CEE50E7-9CD2-4424-9721-C5FA9AC5CBD0}" type="sibTrans" cxnId="{F9BC21A5-334F-428E-9502-84665B0CA9C1}">
      <dgm:prSet/>
      <dgm:spPr/>
      <dgm:t>
        <a:bodyPr/>
        <a:lstStyle/>
        <a:p>
          <a:endParaRPr lang="en-US"/>
        </a:p>
      </dgm:t>
    </dgm:pt>
    <dgm:pt modelId="{C60EC039-8735-4C79-BBBD-6D44716C85AD}">
      <dgm:prSet/>
      <dgm:spPr/>
      <dgm:t>
        <a:bodyPr/>
        <a:lstStyle/>
        <a:p>
          <a:r>
            <a:rPr lang="en-US"/>
            <a:t>r close to +1 → Strong positive relationship</a:t>
          </a:r>
        </a:p>
      </dgm:t>
    </dgm:pt>
    <dgm:pt modelId="{8AFD8014-20F8-4E80-B07A-AB82774A411C}" type="parTrans" cxnId="{D69E437F-C715-4BA8-A8D7-B56DEE87551F}">
      <dgm:prSet/>
      <dgm:spPr/>
      <dgm:t>
        <a:bodyPr/>
        <a:lstStyle/>
        <a:p>
          <a:endParaRPr lang="en-US"/>
        </a:p>
      </dgm:t>
    </dgm:pt>
    <dgm:pt modelId="{4EAA3473-15EB-46E3-AD59-85B3868C0A4E}" type="sibTrans" cxnId="{D69E437F-C715-4BA8-A8D7-B56DEE87551F}">
      <dgm:prSet/>
      <dgm:spPr/>
      <dgm:t>
        <a:bodyPr/>
        <a:lstStyle/>
        <a:p>
          <a:endParaRPr lang="en-US"/>
        </a:p>
      </dgm:t>
    </dgm:pt>
    <dgm:pt modelId="{4F7670C3-BF93-42A6-9D31-0FB9AAEAD864}">
      <dgm:prSet/>
      <dgm:spPr/>
      <dgm:t>
        <a:bodyPr/>
        <a:lstStyle/>
        <a:p>
          <a:r>
            <a:rPr lang="en-US"/>
            <a:t>r close to 0 → Weak or no relationship</a:t>
          </a:r>
        </a:p>
      </dgm:t>
    </dgm:pt>
    <dgm:pt modelId="{CE02ED35-1F25-4029-965E-4D82D6AB377B}" type="parTrans" cxnId="{489B573C-A038-4F50-8F59-C1798825FFE1}">
      <dgm:prSet/>
      <dgm:spPr/>
      <dgm:t>
        <a:bodyPr/>
        <a:lstStyle/>
        <a:p>
          <a:endParaRPr lang="en-US"/>
        </a:p>
      </dgm:t>
    </dgm:pt>
    <dgm:pt modelId="{1CEE3F52-8C30-4C06-BA5B-05569CE3D105}" type="sibTrans" cxnId="{489B573C-A038-4F50-8F59-C1798825FFE1}">
      <dgm:prSet/>
      <dgm:spPr/>
      <dgm:t>
        <a:bodyPr/>
        <a:lstStyle/>
        <a:p>
          <a:endParaRPr lang="en-US"/>
        </a:p>
      </dgm:t>
    </dgm:pt>
    <dgm:pt modelId="{F5FBA7D2-8A0C-46D1-A2C3-926CA2DF8B37}">
      <dgm:prSet/>
      <dgm:spPr/>
      <dgm:t>
        <a:bodyPr/>
        <a:lstStyle/>
        <a:p>
          <a:r>
            <a:rPr lang="en-US"/>
            <a:t>r close to −1 → Strong negative relationship</a:t>
          </a:r>
        </a:p>
      </dgm:t>
    </dgm:pt>
    <dgm:pt modelId="{E3FEB091-5A4A-4B12-8D3E-8EF07A82D6C9}" type="parTrans" cxnId="{FFFD03E8-EAFD-4450-998A-4200F9C90532}">
      <dgm:prSet/>
      <dgm:spPr/>
      <dgm:t>
        <a:bodyPr/>
        <a:lstStyle/>
        <a:p>
          <a:endParaRPr lang="en-US"/>
        </a:p>
      </dgm:t>
    </dgm:pt>
    <dgm:pt modelId="{D7D544B4-78EF-4F0E-B3A2-CE761831969F}" type="sibTrans" cxnId="{FFFD03E8-EAFD-4450-998A-4200F9C90532}">
      <dgm:prSet/>
      <dgm:spPr/>
      <dgm:t>
        <a:bodyPr/>
        <a:lstStyle/>
        <a:p>
          <a:endParaRPr lang="en-US"/>
        </a:p>
      </dgm:t>
    </dgm:pt>
    <dgm:pt modelId="{5C430BAD-C95B-4D83-A330-7079EE73CFAC}">
      <dgm:prSet/>
      <dgm:spPr/>
      <dgm:t>
        <a:bodyPr/>
        <a:lstStyle/>
        <a:p>
          <a:pPr rtl="0"/>
          <a:r>
            <a:rPr lang="en-US" b="1"/>
            <a:t>Warning</a:t>
          </a:r>
          <a:r>
            <a:rPr lang="en-US" b="1">
              <a:latin typeface="Arial"/>
            </a:rPr>
            <a:t> -</a:t>
          </a:r>
          <a:r>
            <a:rPr lang="en-US" b="1"/>
            <a:t> Correlation is NOT Causation:</a:t>
          </a:r>
          <a:endParaRPr lang="en-US"/>
        </a:p>
      </dgm:t>
    </dgm:pt>
    <dgm:pt modelId="{718B683E-005F-4519-BCC7-20E145E122C3}" type="parTrans" cxnId="{A28B67F1-DB41-45E3-97F2-5B54E4E57E28}">
      <dgm:prSet/>
      <dgm:spPr/>
      <dgm:t>
        <a:bodyPr/>
        <a:lstStyle/>
        <a:p>
          <a:endParaRPr lang="en-US"/>
        </a:p>
      </dgm:t>
    </dgm:pt>
    <dgm:pt modelId="{63C9EF33-8BE3-40E7-BAA5-42A991916D50}" type="sibTrans" cxnId="{A28B67F1-DB41-45E3-97F2-5B54E4E57E28}">
      <dgm:prSet/>
      <dgm:spPr/>
      <dgm:t>
        <a:bodyPr/>
        <a:lstStyle/>
        <a:p>
          <a:endParaRPr lang="en-US"/>
        </a:p>
      </dgm:t>
    </dgm:pt>
    <dgm:pt modelId="{F3BE8155-CB57-4B18-A3DE-EF74761C34AB}">
      <dgm:prSet/>
      <dgm:spPr/>
      <dgm:t>
        <a:bodyPr/>
        <a:lstStyle/>
        <a:p>
          <a:r>
            <a:rPr lang="en-US"/>
            <a:t>Two variables can move together without one causing the other.</a:t>
          </a:r>
        </a:p>
      </dgm:t>
    </dgm:pt>
    <dgm:pt modelId="{D85035EB-5649-45C8-A444-7CC93CF4DCDD}" type="parTrans" cxnId="{FBD1A1C4-B71D-46FF-9B18-1E248BD8D0A4}">
      <dgm:prSet/>
      <dgm:spPr/>
      <dgm:t>
        <a:bodyPr/>
        <a:lstStyle/>
        <a:p>
          <a:endParaRPr lang="en-US"/>
        </a:p>
      </dgm:t>
    </dgm:pt>
    <dgm:pt modelId="{2973059D-25E3-4618-B5D0-DFF71F44422E}" type="sibTrans" cxnId="{FBD1A1C4-B71D-46FF-9B18-1E248BD8D0A4}">
      <dgm:prSet/>
      <dgm:spPr/>
      <dgm:t>
        <a:bodyPr/>
        <a:lstStyle/>
        <a:p>
          <a:endParaRPr lang="en-US"/>
        </a:p>
      </dgm:t>
    </dgm:pt>
    <dgm:pt modelId="{39FE542D-F32B-40E1-A074-F2538E6B7F67}">
      <dgm:prSet/>
      <dgm:spPr/>
      <dgm:t>
        <a:bodyPr/>
        <a:lstStyle/>
        <a:p>
          <a:r>
            <a:rPr lang="en-US"/>
            <a:t>Always look for a logical reason behind the relationship.</a:t>
          </a:r>
        </a:p>
      </dgm:t>
    </dgm:pt>
    <dgm:pt modelId="{C1ABE2BD-FC45-4326-84B3-88287B5B672C}" type="parTrans" cxnId="{03BC2193-2F0D-475C-8288-3E4F0C3C21EA}">
      <dgm:prSet/>
      <dgm:spPr/>
      <dgm:t>
        <a:bodyPr/>
        <a:lstStyle/>
        <a:p>
          <a:endParaRPr lang="en-US"/>
        </a:p>
      </dgm:t>
    </dgm:pt>
    <dgm:pt modelId="{BDF85379-A1BF-40F7-ADD0-4A825CDC5319}" type="sibTrans" cxnId="{03BC2193-2F0D-475C-8288-3E4F0C3C21EA}">
      <dgm:prSet/>
      <dgm:spPr/>
      <dgm:t>
        <a:bodyPr/>
        <a:lstStyle/>
        <a:p>
          <a:endParaRPr lang="en-US"/>
        </a:p>
      </dgm:t>
    </dgm:pt>
    <dgm:pt modelId="{9E2D07AF-267A-4F39-91C5-F6C21AA1AE0E}" type="pres">
      <dgm:prSet presAssocID="{519A391D-5E3A-4CF7-AB75-CC67FFFB3BD1}" presName="Name0" presStyleCnt="0">
        <dgm:presLayoutVars>
          <dgm:dir/>
          <dgm:resizeHandles val="exact"/>
        </dgm:presLayoutVars>
      </dgm:prSet>
      <dgm:spPr/>
    </dgm:pt>
    <dgm:pt modelId="{4384FE55-7C36-4E36-B4C6-7B269FD81FE9}" type="pres">
      <dgm:prSet presAssocID="{AD7F01CE-CED7-4233-A5E8-255F7B4B62A8}" presName="parAndChTx" presStyleLbl="node1" presStyleIdx="0" presStyleCnt="6">
        <dgm:presLayoutVars>
          <dgm:bulletEnabled val="1"/>
        </dgm:presLayoutVars>
      </dgm:prSet>
      <dgm:spPr/>
    </dgm:pt>
    <dgm:pt modelId="{EEEE9C8B-4AC7-4253-97DE-C243D0E09784}" type="pres">
      <dgm:prSet presAssocID="{6216D938-929F-4FB4-8B86-4F3BE4143124}" presName="parAndChSpace" presStyleCnt="0"/>
      <dgm:spPr/>
    </dgm:pt>
    <dgm:pt modelId="{0AE7337A-91A9-4B65-B5C7-F135480DFBE0}" type="pres">
      <dgm:prSet presAssocID="{73358CDF-5C57-4513-BD67-969A9C2D845A}" presName="parAndChTx" presStyleLbl="node1" presStyleIdx="1" presStyleCnt="6">
        <dgm:presLayoutVars>
          <dgm:bulletEnabled val="1"/>
        </dgm:presLayoutVars>
      </dgm:prSet>
      <dgm:spPr/>
    </dgm:pt>
    <dgm:pt modelId="{D16BEF20-BDD4-4C8D-8DF1-DDA7E8336248}" type="pres">
      <dgm:prSet presAssocID="{061DDC0F-4C3D-45AD-82DD-01042D15D1F4}" presName="parAndChSpace" presStyleCnt="0"/>
      <dgm:spPr/>
    </dgm:pt>
    <dgm:pt modelId="{451497BA-4553-46AF-8A40-B93EAD0E1464}" type="pres">
      <dgm:prSet presAssocID="{C91E54DF-A4A0-44AA-A7CE-E551DA1CADCC}" presName="parAndChTx" presStyleLbl="node1" presStyleIdx="2" presStyleCnt="6">
        <dgm:presLayoutVars>
          <dgm:bulletEnabled val="1"/>
        </dgm:presLayoutVars>
      </dgm:prSet>
      <dgm:spPr/>
    </dgm:pt>
    <dgm:pt modelId="{E084809F-1754-4D8B-A1DF-CBAF796FC9F4}" type="pres">
      <dgm:prSet presAssocID="{4CEE50E7-9CD2-4424-9721-C5FA9AC5CBD0}" presName="parAndChSpace" presStyleCnt="0"/>
      <dgm:spPr/>
    </dgm:pt>
    <dgm:pt modelId="{DAF5C77B-D0EB-40A4-8CC4-3E09C907545C}" type="pres">
      <dgm:prSet presAssocID="{5C430BAD-C95B-4D83-A330-7079EE73CFAC}" presName="parAndChTx" presStyleLbl="node1" presStyleIdx="3" presStyleCnt="6">
        <dgm:presLayoutVars>
          <dgm:bulletEnabled val="1"/>
        </dgm:presLayoutVars>
      </dgm:prSet>
      <dgm:spPr/>
    </dgm:pt>
    <dgm:pt modelId="{6F7ED5F9-5BA3-4454-993A-E3343DAA2DCF}" type="pres">
      <dgm:prSet presAssocID="{63C9EF33-8BE3-40E7-BAA5-42A991916D50}" presName="parAndChSpace" presStyleCnt="0"/>
      <dgm:spPr/>
    </dgm:pt>
    <dgm:pt modelId="{85E0DD76-BC45-4198-81DB-12EA0EF94EC2}" type="pres">
      <dgm:prSet presAssocID="{F3BE8155-CB57-4B18-A3DE-EF74761C34AB}" presName="parAndChTx" presStyleLbl="node1" presStyleIdx="4" presStyleCnt="6">
        <dgm:presLayoutVars>
          <dgm:bulletEnabled val="1"/>
        </dgm:presLayoutVars>
      </dgm:prSet>
      <dgm:spPr/>
    </dgm:pt>
    <dgm:pt modelId="{BA373ADA-03A6-48EE-B183-3A2052177C53}" type="pres">
      <dgm:prSet presAssocID="{2973059D-25E3-4618-B5D0-DFF71F44422E}" presName="parAndChSpace" presStyleCnt="0"/>
      <dgm:spPr/>
    </dgm:pt>
    <dgm:pt modelId="{3520084C-14C6-4CFA-9371-E6F0A1F3374E}" type="pres">
      <dgm:prSet presAssocID="{39FE542D-F32B-40E1-A074-F2538E6B7F67}" presName="parAndChTx" presStyleLbl="node1" presStyleIdx="5" presStyleCnt="6">
        <dgm:presLayoutVars>
          <dgm:bulletEnabled val="1"/>
        </dgm:presLayoutVars>
      </dgm:prSet>
      <dgm:spPr/>
    </dgm:pt>
  </dgm:ptLst>
  <dgm:cxnLst>
    <dgm:cxn modelId="{AD5F341B-6FBC-4AA8-9A0F-A1041F431A4A}" type="presOf" srcId="{519A391D-5E3A-4CF7-AB75-CC67FFFB3BD1}" destId="{9E2D07AF-267A-4F39-91C5-F6C21AA1AE0E}" srcOrd="0" destOrd="0" presId="urn:microsoft.com/office/officeart/2005/8/layout/hChevron3"/>
    <dgm:cxn modelId="{FB5BB420-FB32-4DD6-9B8E-18B8F0EE6918}" type="presOf" srcId="{AD7F01CE-CED7-4233-A5E8-255F7B4B62A8}" destId="{4384FE55-7C36-4E36-B4C6-7B269FD81FE9}" srcOrd="0" destOrd="0" presId="urn:microsoft.com/office/officeart/2005/8/layout/hChevron3"/>
    <dgm:cxn modelId="{0DCA6023-FC2D-4912-83BC-3BAFE7D880E3}" type="presOf" srcId="{F3BE8155-CB57-4B18-A3DE-EF74761C34AB}" destId="{85E0DD76-BC45-4198-81DB-12EA0EF94EC2}" srcOrd="0" destOrd="0" presId="urn:microsoft.com/office/officeart/2005/8/layout/hChevron3"/>
    <dgm:cxn modelId="{5D5A8F3B-8FB8-4635-9FD4-FA6FC3628532}" type="presOf" srcId="{4F7670C3-BF93-42A6-9D31-0FB9AAEAD864}" destId="{451497BA-4553-46AF-8A40-B93EAD0E1464}" srcOrd="0" destOrd="2" presId="urn:microsoft.com/office/officeart/2005/8/layout/hChevron3"/>
    <dgm:cxn modelId="{5CAF923B-802C-492A-B889-281351B5493E}" type="presOf" srcId="{C4DF367A-B8C5-42F9-BADF-27FF3767B241}" destId="{0AE7337A-91A9-4B65-B5C7-F135480DFBE0}" srcOrd="0" destOrd="1" presId="urn:microsoft.com/office/officeart/2005/8/layout/hChevron3"/>
    <dgm:cxn modelId="{489B573C-A038-4F50-8F59-C1798825FFE1}" srcId="{C91E54DF-A4A0-44AA-A7CE-E551DA1CADCC}" destId="{4F7670C3-BF93-42A6-9D31-0FB9AAEAD864}" srcOrd="1" destOrd="0" parTransId="{CE02ED35-1F25-4029-965E-4D82D6AB377B}" sibTransId="{1CEE3F52-8C30-4C06-BA5B-05569CE3D105}"/>
    <dgm:cxn modelId="{C4AFF064-82C5-483D-8217-2FF9611F6537}" type="presOf" srcId="{39FE542D-F32B-40E1-A074-F2538E6B7F67}" destId="{3520084C-14C6-4CFA-9371-E6F0A1F3374E}" srcOrd="0" destOrd="0" presId="urn:microsoft.com/office/officeart/2005/8/layout/hChevron3"/>
    <dgm:cxn modelId="{D1AEEF53-97EB-437E-8FED-60AE40B5BECA}" srcId="{73358CDF-5C57-4513-BD67-969A9C2D845A}" destId="{6C890A9D-6528-4996-B699-4E1CB1EB7FB5}" srcOrd="2" destOrd="0" parTransId="{C499CE50-7EE7-4DF5-987A-63756A870437}" sibTransId="{1E4A5E7C-D8F8-4477-B869-910FEBFCD5CC}"/>
    <dgm:cxn modelId="{3031F377-E3C4-4A4B-9EE7-2B71AF572CFC}" type="presOf" srcId="{F5FBA7D2-8A0C-46D1-A2C3-926CA2DF8B37}" destId="{451497BA-4553-46AF-8A40-B93EAD0E1464}" srcOrd="0" destOrd="3" presId="urn:microsoft.com/office/officeart/2005/8/layout/hChevron3"/>
    <dgm:cxn modelId="{F616035A-B420-481A-B49C-0C5AAA497C44}" type="presOf" srcId="{5C430BAD-C95B-4D83-A330-7079EE73CFAC}" destId="{DAF5C77B-D0EB-40A4-8CC4-3E09C907545C}" srcOrd="0" destOrd="0" presId="urn:microsoft.com/office/officeart/2005/8/layout/hChevron3"/>
    <dgm:cxn modelId="{D69E437F-C715-4BA8-A8D7-B56DEE87551F}" srcId="{C91E54DF-A4A0-44AA-A7CE-E551DA1CADCC}" destId="{C60EC039-8735-4C79-BBBD-6D44716C85AD}" srcOrd="0" destOrd="0" parTransId="{8AFD8014-20F8-4E80-B07A-AB82774A411C}" sibTransId="{4EAA3473-15EB-46E3-AD59-85B3868C0A4E}"/>
    <dgm:cxn modelId="{03BC2193-2F0D-475C-8288-3E4F0C3C21EA}" srcId="{519A391D-5E3A-4CF7-AB75-CC67FFFB3BD1}" destId="{39FE542D-F32B-40E1-A074-F2538E6B7F67}" srcOrd="5" destOrd="0" parTransId="{C1ABE2BD-FC45-4326-84B3-88287B5B672C}" sibTransId="{BDF85379-A1BF-40F7-ADD0-4A825CDC5319}"/>
    <dgm:cxn modelId="{15BD7793-225A-4AB0-9A31-14F6085C0FE5}" srcId="{519A391D-5E3A-4CF7-AB75-CC67FFFB3BD1}" destId="{AD7F01CE-CED7-4233-A5E8-255F7B4B62A8}" srcOrd="0" destOrd="0" parTransId="{538B9379-E7B8-4239-AA33-2A9B2FF2854A}" sibTransId="{6216D938-929F-4FB4-8B86-4F3BE4143124}"/>
    <dgm:cxn modelId="{2BBFF0A2-A00B-42E2-9625-BC9F0C4338EF}" srcId="{73358CDF-5C57-4513-BD67-969A9C2D845A}" destId="{C4DF367A-B8C5-42F9-BADF-27FF3767B241}" srcOrd="0" destOrd="0" parTransId="{C4F0DBBD-65F5-4321-AC8B-726EE747DD58}" sibTransId="{1A23C0E1-2A01-47BE-B85B-35BAA6B0AABD}"/>
    <dgm:cxn modelId="{F9BC21A5-334F-428E-9502-84665B0CA9C1}" srcId="{519A391D-5E3A-4CF7-AB75-CC67FFFB3BD1}" destId="{C91E54DF-A4A0-44AA-A7CE-E551DA1CADCC}" srcOrd="2" destOrd="0" parTransId="{C45DA5F3-DD9C-4C7A-84E2-3F574D8CABEC}" sibTransId="{4CEE50E7-9CD2-4424-9721-C5FA9AC5CBD0}"/>
    <dgm:cxn modelId="{8C19EFAC-C15E-449D-A227-2D3968F08E45}" type="presOf" srcId="{C60EC039-8735-4C79-BBBD-6D44716C85AD}" destId="{451497BA-4553-46AF-8A40-B93EAD0E1464}" srcOrd="0" destOrd="1" presId="urn:microsoft.com/office/officeart/2005/8/layout/hChevron3"/>
    <dgm:cxn modelId="{CD3CF3B6-638B-409D-BDFF-B904C575B966}" srcId="{73358CDF-5C57-4513-BD67-969A9C2D845A}" destId="{64E8E035-D9F4-479B-8E15-7F1C9E3E5E27}" srcOrd="1" destOrd="0" parTransId="{183DC995-5CBD-49A7-AF2B-EDFA5FA0CC33}" sibTransId="{54D1A098-3244-4A3E-A5FB-C01FFF70616E}"/>
    <dgm:cxn modelId="{A84EA5B9-18C0-4E45-B107-172E5758E265}" type="presOf" srcId="{C91E54DF-A4A0-44AA-A7CE-E551DA1CADCC}" destId="{451497BA-4553-46AF-8A40-B93EAD0E1464}" srcOrd="0" destOrd="0" presId="urn:microsoft.com/office/officeart/2005/8/layout/hChevron3"/>
    <dgm:cxn modelId="{59EC45BD-1ED8-4D32-9F26-0478312599E9}" type="presOf" srcId="{6C890A9D-6528-4996-B699-4E1CB1EB7FB5}" destId="{0AE7337A-91A9-4B65-B5C7-F135480DFBE0}" srcOrd="0" destOrd="3" presId="urn:microsoft.com/office/officeart/2005/8/layout/hChevron3"/>
    <dgm:cxn modelId="{FBD1A1C4-B71D-46FF-9B18-1E248BD8D0A4}" srcId="{519A391D-5E3A-4CF7-AB75-CC67FFFB3BD1}" destId="{F3BE8155-CB57-4B18-A3DE-EF74761C34AB}" srcOrd="4" destOrd="0" parTransId="{D85035EB-5649-45C8-A444-7CC93CF4DCDD}" sibTransId="{2973059D-25E3-4618-B5D0-DFF71F44422E}"/>
    <dgm:cxn modelId="{A24B02CF-566E-4B63-A4EF-78B79481AFF6}" type="presOf" srcId="{73358CDF-5C57-4513-BD67-969A9C2D845A}" destId="{0AE7337A-91A9-4B65-B5C7-F135480DFBE0}" srcOrd="0" destOrd="0" presId="urn:microsoft.com/office/officeart/2005/8/layout/hChevron3"/>
    <dgm:cxn modelId="{25B881E3-29AF-476E-997B-0E86F75CDBB4}" type="presOf" srcId="{64E8E035-D9F4-479B-8E15-7F1C9E3E5E27}" destId="{0AE7337A-91A9-4B65-B5C7-F135480DFBE0}" srcOrd="0" destOrd="2" presId="urn:microsoft.com/office/officeart/2005/8/layout/hChevron3"/>
    <dgm:cxn modelId="{C12153E5-1512-41B4-AA96-3D70447CA0A5}" srcId="{519A391D-5E3A-4CF7-AB75-CC67FFFB3BD1}" destId="{73358CDF-5C57-4513-BD67-969A9C2D845A}" srcOrd="1" destOrd="0" parTransId="{400520C9-5286-4D2F-88F5-B813084F1153}" sibTransId="{061DDC0F-4C3D-45AD-82DD-01042D15D1F4}"/>
    <dgm:cxn modelId="{FFFD03E8-EAFD-4450-998A-4200F9C90532}" srcId="{C91E54DF-A4A0-44AA-A7CE-E551DA1CADCC}" destId="{F5FBA7D2-8A0C-46D1-A2C3-926CA2DF8B37}" srcOrd="2" destOrd="0" parTransId="{E3FEB091-5A4A-4B12-8D3E-8EF07A82D6C9}" sibTransId="{D7D544B4-78EF-4F0E-B3A2-CE761831969F}"/>
    <dgm:cxn modelId="{A28B67F1-DB41-45E3-97F2-5B54E4E57E28}" srcId="{519A391D-5E3A-4CF7-AB75-CC67FFFB3BD1}" destId="{5C430BAD-C95B-4D83-A330-7079EE73CFAC}" srcOrd="3" destOrd="0" parTransId="{718B683E-005F-4519-BCC7-20E145E122C3}" sibTransId="{63C9EF33-8BE3-40E7-BAA5-42A991916D50}"/>
    <dgm:cxn modelId="{A65A3980-2529-4B80-A8F3-3607B6FC159B}" type="presParOf" srcId="{9E2D07AF-267A-4F39-91C5-F6C21AA1AE0E}" destId="{4384FE55-7C36-4E36-B4C6-7B269FD81FE9}" srcOrd="0" destOrd="0" presId="urn:microsoft.com/office/officeart/2005/8/layout/hChevron3"/>
    <dgm:cxn modelId="{C285CEB1-486A-427F-BC60-1653D5FC842F}" type="presParOf" srcId="{9E2D07AF-267A-4F39-91C5-F6C21AA1AE0E}" destId="{EEEE9C8B-4AC7-4253-97DE-C243D0E09784}" srcOrd="1" destOrd="0" presId="urn:microsoft.com/office/officeart/2005/8/layout/hChevron3"/>
    <dgm:cxn modelId="{E784D651-C764-4267-B6CB-DD5CCAA12A56}" type="presParOf" srcId="{9E2D07AF-267A-4F39-91C5-F6C21AA1AE0E}" destId="{0AE7337A-91A9-4B65-B5C7-F135480DFBE0}" srcOrd="2" destOrd="0" presId="urn:microsoft.com/office/officeart/2005/8/layout/hChevron3"/>
    <dgm:cxn modelId="{A7AA78F3-EF6C-49B6-ACB5-19F6D6C8B9CF}" type="presParOf" srcId="{9E2D07AF-267A-4F39-91C5-F6C21AA1AE0E}" destId="{D16BEF20-BDD4-4C8D-8DF1-DDA7E8336248}" srcOrd="3" destOrd="0" presId="urn:microsoft.com/office/officeart/2005/8/layout/hChevron3"/>
    <dgm:cxn modelId="{A4DB433B-DD80-403E-80EA-D9F5D1EB4648}" type="presParOf" srcId="{9E2D07AF-267A-4F39-91C5-F6C21AA1AE0E}" destId="{451497BA-4553-46AF-8A40-B93EAD0E1464}" srcOrd="4" destOrd="0" presId="urn:microsoft.com/office/officeart/2005/8/layout/hChevron3"/>
    <dgm:cxn modelId="{440CF00D-CDF6-4DED-BEAF-EBB509E37860}" type="presParOf" srcId="{9E2D07AF-267A-4F39-91C5-F6C21AA1AE0E}" destId="{E084809F-1754-4D8B-A1DF-CBAF796FC9F4}" srcOrd="5" destOrd="0" presId="urn:microsoft.com/office/officeart/2005/8/layout/hChevron3"/>
    <dgm:cxn modelId="{53B75CF2-32E8-4AA8-93D2-2332D3A93173}" type="presParOf" srcId="{9E2D07AF-267A-4F39-91C5-F6C21AA1AE0E}" destId="{DAF5C77B-D0EB-40A4-8CC4-3E09C907545C}" srcOrd="6" destOrd="0" presId="urn:microsoft.com/office/officeart/2005/8/layout/hChevron3"/>
    <dgm:cxn modelId="{92556E1A-8792-44CB-A33D-F853C8EB0458}" type="presParOf" srcId="{9E2D07AF-267A-4F39-91C5-F6C21AA1AE0E}" destId="{6F7ED5F9-5BA3-4454-993A-E3343DAA2DCF}" srcOrd="7" destOrd="0" presId="urn:microsoft.com/office/officeart/2005/8/layout/hChevron3"/>
    <dgm:cxn modelId="{0DA89388-510D-45EF-9CD8-60467FCF1447}" type="presParOf" srcId="{9E2D07AF-267A-4F39-91C5-F6C21AA1AE0E}" destId="{85E0DD76-BC45-4198-81DB-12EA0EF94EC2}" srcOrd="8" destOrd="0" presId="urn:microsoft.com/office/officeart/2005/8/layout/hChevron3"/>
    <dgm:cxn modelId="{4D885DE2-F82E-4D64-AA74-38DF9119B3B9}" type="presParOf" srcId="{9E2D07AF-267A-4F39-91C5-F6C21AA1AE0E}" destId="{BA373ADA-03A6-48EE-B183-3A2052177C53}" srcOrd="9" destOrd="0" presId="urn:microsoft.com/office/officeart/2005/8/layout/hChevron3"/>
    <dgm:cxn modelId="{7280A82F-3661-4E98-B4FB-590AE082D9DC}" type="presParOf" srcId="{9E2D07AF-267A-4F39-91C5-F6C21AA1AE0E}" destId="{3520084C-14C6-4CFA-9371-E6F0A1F3374E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5D881DE9-6A5E-4B9E-93CE-34A90339FC5B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4BB88FC-87C4-4AD9-BFCA-056E70EA7D7A}">
      <dgm:prSet/>
      <dgm:spPr/>
      <dgm:t>
        <a:bodyPr/>
        <a:lstStyle/>
        <a:p>
          <a:r>
            <a:rPr lang="en-US"/>
            <a:t>Using the scatter plot, draw an estimated line of best fit.</a:t>
          </a:r>
        </a:p>
      </dgm:t>
    </dgm:pt>
    <dgm:pt modelId="{07B8A5ED-69BC-4D0F-97DC-B4BA958E1FFE}" type="parTrans" cxnId="{D0E3B4A6-5C50-4354-880B-DB989093AFAD}">
      <dgm:prSet/>
      <dgm:spPr/>
      <dgm:t>
        <a:bodyPr/>
        <a:lstStyle/>
        <a:p>
          <a:endParaRPr lang="en-US"/>
        </a:p>
      </dgm:t>
    </dgm:pt>
    <dgm:pt modelId="{32ACB316-2BBB-4025-808E-C7CA2896F9CF}" type="sibTrans" cxnId="{D0E3B4A6-5C50-4354-880B-DB989093AFAD}">
      <dgm:prSet/>
      <dgm:spPr/>
      <dgm:t>
        <a:bodyPr/>
        <a:lstStyle/>
        <a:p>
          <a:endParaRPr lang="en-US"/>
        </a:p>
      </dgm:t>
    </dgm:pt>
    <dgm:pt modelId="{ECB4CBEC-42D8-40EE-9671-35DC103BC5C6}">
      <dgm:prSet/>
      <dgm:spPr/>
      <dgm:t>
        <a:bodyPr/>
        <a:lstStyle/>
        <a:p>
          <a:r>
            <a:rPr lang="en-US" b="1"/>
            <a:t>Linear Relationship Formula:</a:t>
          </a:r>
          <a:endParaRPr lang="en-US"/>
        </a:p>
      </dgm:t>
    </dgm:pt>
    <dgm:pt modelId="{6BDF49F1-0038-43FA-81A1-5071EDDA5A25}" type="parTrans" cxnId="{77D5C1FC-D108-4CF3-B6CB-535FE1DB85D4}">
      <dgm:prSet/>
      <dgm:spPr/>
      <dgm:t>
        <a:bodyPr/>
        <a:lstStyle/>
        <a:p>
          <a:endParaRPr lang="en-US"/>
        </a:p>
      </dgm:t>
    </dgm:pt>
    <dgm:pt modelId="{33A57D58-A281-4EBD-AC8B-E240C9041FB6}" type="sibTrans" cxnId="{77D5C1FC-D108-4CF3-B6CB-535FE1DB85D4}">
      <dgm:prSet/>
      <dgm:spPr/>
      <dgm:t>
        <a:bodyPr/>
        <a:lstStyle/>
        <a:p>
          <a:endParaRPr lang="en-US"/>
        </a:p>
      </dgm:t>
    </dgm:pt>
    <dgm:pt modelId="{8C15B25A-05BD-48DD-9C01-99DD6C156E4A}">
      <dgm:prSet/>
      <dgm:spPr/>
      <dgm:t>
        <a:bodyPr/>
        <a:lstStyle/>
        <a:p>
          <a:r>
            <a:rPr lang="en-US" i="1"/>
            <a:t>Exam Score ≈ a + b × Study Hours</a:t>
          </a:r>
          <a:endParaRPr lang="en-US"/>
        </a:p>
      </dgm:t>
    </dgm:pt>
    <dgm:pt modelId="{B2DBC2EB-798A-43EF-9991-5787508530D0}" type="parTrans" cxnId="{BDB75470-581C-46C9-AFB9-D54854DE7AC4}">
      <dgm:prSet/>
      <dgm:spPr/>
      <dgm:t>
        <a:bodyPr/>
        <a:lstStyle/>
        <a:p>
          <a:endParaRPr lang="en-US"/>
        </a:p>
      </dgm:t>
    </dgm:pt>
    <dgm:pt modelId="{A572C007-84AE-46DB-B5F0-6A580F8F427D}" type="sibTrans" cxnId="{BDB75470-581C-46C9-AFB9-D54854DE7AC4}">
      <dgm:prSet/>
      <dgm:spPr/>
      <dgm:t>
        <a:bodyPr/>
        <a:lstStyle/>
        <a:p>
          <a:endParaRPr lang="en-US"/>
        </a:p>
      </dgm:t>
    </dgm:pt>
    <dgm:pt modelId="{0024EBCE-4BFD-47DF-8C4E-19895242722A}">
      <dgm:prSet/>
      <dgm:spPr/>
      <dgm:t>
        <a:bodyPr/>
        <a:lstStyle/>
        <a:p>
          <a:r>
            <a:rPr lang="en-US" b="1"/>
            <a:t>From our data — estimated values:</a:t>
          </a:r>
          <a:endParaRPr lang="en-US"/>
        </a:p>
      </dgm:t>
    </dgm:pt>
    <dgm:pt modelId="{41B30669-3EE8-40DA-A474-25A60A26A9B3}" type="parTrans" cxnId="{24C50F35-5F16-440F-A7D9-90D67170CDA8}">
      <dgm:prSet/>
      <dgm:spPr/>
      <dgm:t>
        <a:bodyPr/>
        <a:lstStyle/>
        <a:p>
          <a:endParaRPr lang="en-US"/>
        </a:p>
      </dgm:t>
    </dgm:pt>
    <dgm:pt modelId="{E1DD978A-CC81-45B8-8C41-FD5948E3D638}" type="sibTrans" cxnId="{24C50F35-5F16-440F-A7D9-90D67170CDA8}">
      <dgm:prSet/>
      <dgm:spPr/>
      <dgm:t>
        <a:bodyPr/>
        <a:lstStyle/>
        <a:p>
          <a:endParaRPr lang="en-US"/>
        </a:p>
      </dgm:t>
    </dgm:pt>
    <dgm:pt modelId="{D436BFC9-6F92-4CB0-A526-6630CC148C78}">
      <dgm:prSet/>
      <dgm:spPr/>
      <dgm:t>
        <a:bodyPr/>
        <a:lstStyle/>
        <a:p>
          <a:r>
            <a:rPr lang="en-US"/>
            <a:t>Intercept (a) ≈ 22   |   Slope (b) ≈ 4</a:t>
          </a:r>
        </a:p>
      </dgm:t>
    </dgm:pt>
    <dgm:pt modelId="{078055AB-EC09-4844-9AC9-FAFA6B153390}" type="parTrans" cxnId="{149C5D8C-E30E-44CD-9849-6BB4D67F5C6C}">
      <dgm:prSet/>
      <dgm:spPr/>
      <dgm:t>
        <a:bodyPr/>
        <a:lstStyle/>
        <a:p>
          <a:endParaRPr lang="en-US"/>
        </a:p>
      </dgm:t>
    </dgm:pt>
    <dgm:pt modelId="{7D32991A-5A1D-4782-BCDC-3D507F743094}" type="sibTrans" cxnId="{149C5D8C-E30E-44CD-9849-6BB4D67F5C6C}">
      <dgm:prSet/>
      <dgm:spPr/>
      <dgm:t>
        <a:bodyPr/>
        <a:lstStyle/>
        <a:p>
          <a:endParaRPr lang="en-US"/>
        </a:p>
      </dgm:t>
    </dgm:pt>
    <dgm:pt modelId="{66E8B04E-6976-4D0C-9CFA-2330881B2A38}">
      <dgm:prSet/>
      <dgm:spPr/>
      <dgm:t>
        <a:bodyPr/>
        <a:lstStyle/>
        <a:p>
          <a:r>
            <a:rPr lang="en-US"/>
            <a:t>So: Exam Score ≈ 22 + 4 × Study Hours</a:t>
          </a:r>
        </a:p>
      </dgm:t>
    </dgm:pt>
    <dgm:pt modelId="{1E2B4EF9-2C18-4AE4-985F-3A86F1EB0AC1}" type="parTrans" cxnId="{1429C183-2193-46EE-AAAF-3F75229D0766}">
      <dgm:prSet/>
      <dgm:spPr/>
      <dgm:t>
        <a:bodyPr/>
        <a:lstStyle/>
        <a:p>
          <a:endParaRPr lang="en-US"/>
        </a:p>
      </dgm:t>
    </dgm:pt>
    <dgm:pt modelId="{849B9A37-1B46-46A4-94BE-B9E4C9F4CE9C}" type="sibTrans" cxnId="{1429C183-2193-46EE-AAAF-3F75229D0766}">
      <dgm:prSet/>
      <dgm:spPr/>
      <dgm:t>
        <a:bodyPr/>
        <a:lstStyle/>
        <a:p>
          <a:endParaRPr lang="en-US"/>
        </a:p>
      </dgm:t>
    </dgm:pt>
    <dgm:pt modelId="{D50AF946-DB8B-49EE-BF1C-6713FD22FCA2}">
      <dgm:prSet/>
      <dgm:spPr/>
      <dgm:t>
        <a:bodyPr/>
        <a:lstStyle/>
        <a:p>
          <a:r>
            <a:rPr lang="en-US" b="1"/>
            <a:t>What the slope means:</a:t>
          </a:r>
          <a:endParaRPr lang="en-US"/>
        </a:p>
      </dgm:t>
    </dgm:pt>
    <dgm:pt modelId="{96A3DF30-30AF-419C-A2CF-940AD63698C7}" type="parTrans" cxnId="{60EEF021-C3E2-4FE0-9767-0ECE41D7248F}">
      <dgm:prSet/>
      <dgm:spPr/>
      <dgm:t>
        <a:bodyPr/>
        <a:lstStyle/>
        <a:p>
          <a:endParaRPr lang="en-US"/>
        </a:p>
      </dgm:t>
    </dgm:pt>
    <dgm:pt modelId="{4CA02F44-F4DA-4810-9258-3D412837E7B5}" type="sibTrans" cxnId="{60EEF021-C3E2-4FE0-9767-0ECE41D7248F}">
      <dgm:prSet/>
      <dgm:spPr/>
      <dgm:t>
        <a:bodyPr/>
        <a:lstStyle/>
        <a:p>
          <a:endParaRPr lang="en-US"/>
        </a:p>
      </dgm:t>
    </dgm:pt>
    <dgm:pt modelId="{3A5BFC55-0552-4C55-8598-60AD35CCA85C}">
      <dgm:prSet/>
      <dgm:spPr/>
      <dgm:t>
        <a:bodyPr/>
        <a:lstStyle/>
        <a:p>
          <a:r>
            <a:rPr lang="en-US"/>
            <a:t>For every additional hour of study per week,</a:t>
          </a:r>
        </a:p>
      </dgm:t>
    </dgm:pt>
    <dgm:pt modelId="{CBA0B076-7B4C-4D51-B064-E2338B570E04}" type="parTrans" cxnId="{C383C5CF-EFE7-4F5C-81B3-2D1B0E19F045}">
      <dgm:prSet/>
      <dgm:spPr/>
      <dgm:t>
        <a:bodyPr/>
        <a:lstStyle/>
        <a:p>
          <a:endParaRPr lang="en-US"/>
        </a:p>
      </dgm:t>
    </dgm:pt>
    <dgm:pt modelId="{F276D7AE-18E2-4054-A6B0-D05A16DC34BE}" type="sibTrans" cxnId="{C383C5CF-EFE7-4F5C-81B3-2D1B0E19F045}">
      <dgm:prSet/>
      <dgm:spPr/>
      <dgm:t>
        <a:bodyPr/>
        <a:lstStyle/>
        <a:p>
          <a:endParaRPr lang="en-US"/>
        </a:p>
      </dgm:t>
    </dgm:pt>
    <dgm:pt modelId="{C977028B-BE9B-4466-A9A4-1590BAC316D7}">
      <dgm:prSet/>
      <dgm:spPr/>
      <dgm:t>
        <a:bodyPr/>
        <a:lstStyle/>
        <a:p>
          <a:r>
            <a:rPr lang="en-US"/>
            <a:t>exam performance increases by approximately 4 marks.</a:t>
          </a:r>
        </a:p>
      </dgm:t>
    </dgm:pt>
    <dgm:pt modelId="{47839923-4D36-435D-AF1C-8C9EA70446C2}" type="parTrans" cxnId="{07DE7CF4-6772-4D80-AEF7-51026B9D4CA7}">
      <dgm:prSet/>
      <dgm:spPr/>
      <dgm:t>
        <a:bodyPr/>
        <a:lstStyle/>
        <a:p>
          <a:endParaRPr lang="en-US"/>
        </a:p>
      </dgm:t>
    </dgm:pt>
    <dgm:pt modelId="{FF0B3D77-20EF-446A-81B2-8E12A632CF19}" type="sibTrans" cxnId="{07DE7CF4-6772-4D80-AEF7-51026B9D4CA7}">
      <dgm:prSet/>
      <dgm:spPr/>
      <dgm:t>
        <a:bodyPr/>
        <a:lstStyle/>
        <a:p>
          <a:endParaRPr lang="en-US"/>
        </a:p>
      </dgm:t>
    </dgm:pt>
    <dgm:pt modelId="{4EFFF477-E8B0-4764-87FA-B204DDCAA28B}">
      <dgm:prSet/>
      <dgm:spPr/>
      <dgm:t>
        <a:bodyPr/>
        <a:lstStyle/>
        <a:p>
          <a:r>
            <a:rPr lang="en-US" i="1"/>
            <a:t>This is regression — the foundation of predictive modelling.</a:t>
          </a:r>
          <a:endParaRPr lang="en-US"/>
        </a:p>
      </dgm:t>
    </dgm:pt>
    <dgm:pt modelId="{DE0BDEC6-5A8C-4200-89C6-110650DB0622}" type="parTrans" cxnId="{AAFA4D51-FC51-4556-82D5-410F3BA5B3E8}">
      <dgm:prSet/>
      <dgm:spPr/>
      <dgm:t>
        <a:bodyPr/>
        <a:lstStyle/>
        <a:p>
          <a:endParaRPr lang="en-US"/>
        </a:p>
      </dgm:t>
    </dgm:pt>
    <dgm:pt modelId="{B073AD23-9396-4C11-9E0D-008225B18AA4}" type="sibTrans" cxnId="{AAFA4D51-FC51-4556-82D5-410F3BA5B3E8}">
      <dgm:prSet/>
      <dgm:spPr/>
      <dgm:t>
        <a:bodyPr/>
        <a:lstStyle/>
        <a:p>
          <a:endParaRPr lang="en-US"/>
        </a:p>
      </dgm:t>
    </dgm:pt>
    <dgm:pt modelId="{7540FF45-B8EA-4D5D-BA43-AD719B8E01DC}">
      <dgm:prSet/>
      <dgm:spPr/>
      <dgm:t>
        <a:bodyPr/>
        <a:lstStyle/>
        <a:p>
          <a:r>
            <a:rPr lang="en-US"/>
            <a:t>We reached prediction using only statistics.</a:t>
          </a:r>
        </a:p>
      </dgm:t>
    </dgm:pt>
    <dgm:pt modelId="{AC2C20A9-54AB-4CB1-8531-66AAF509203E}" type="parTrans" cxnId="{D63B818C-E772-4C3F-822B-2853FF280C55}">
      <dgm:prSet/>
      <dgm:spPr/>
      <dgm:t>
        <a:bodyPr/>
        <a:lstStyle/>
        <a:p>
          <a:endParaRPr lang="en-US"/>
        </a:p>
      </dgm:t>
    </dgm:pt>
    <dgm:pt modelId="{941C1F4A-448B-421D-ADE7-A1E92DB8DCC3}" type="sibTrans" cxnId="{D63B818C-E772-4C3F-822B-2853FF280C55}">
      <dgm:prSet/>
      <dgm:spPr/>
      <dgm:t>
        <a:bodyPr/>
        <a:lstStyle/>
        <a:p>
          <a:endParaRPr lang="en-US"/>
        </a:p>
      </dgm:t>
    </dgm:pt>
    <dgm:pt modelId="{8078B1DF-5A39-4095-8CDE-83DB6317D934}" type="pres">
      <dgm:prSet presAssocID="{5D881DE9-6A5E-4B9E-93CE-34A90339FC5B}" presName="diagram" presStyleCnt="0">
        <dgm:presLayoutVars>
          <dgm:dir/>
          <dgm:resizeHandles val="exact"/>
        </dgm:presLayoutVars>
      </dgm:prSet>
      <dgm:spPr/>
    </dgm:pt>
    <dgm:pt modelId="{C00B2212-A73D-4F5A-9758-5F5CD3A60570}" type="pres">
      <dgm:prSet presAssocID="{74BB88FC-87C4-4AD9-BFCA-056E70EA7D7A}" presName="node" presStyleLbl="node1" presStyleIdx="0" presStyleCnt="9">
        <dgm:presLayoutVars>
          <dgm:bulletEnabled val="1"/>
        </dgm:presLayoutVars>
      </dgm:prSet>
      <dgm:spPr/>
    </dgm:pt>
    <dgm:pt modelId="{71D4EA30-7201-4556-BBA3-5DA6DB294D46}" type="pres">
      <dgm:prSet presAssocID="{32ACB316-2BBB-4025-808E-C7CA2896F9CF}" presName="sibTrans" presStyleCnt="0"/>
      <dgm:spPr/>
    </dgm:pt>
    <dgm:pt modelId="{288882D0-3FBE-46F9-ACB9-73BFC7D2DA96}" type="pres">
      <dgm:prSet presAssocID="{ECB4CBEC-42D8-40EE-9671-35DC103BC5C6}" presName="node" presStyleLbl="node1" presStyleIdx="1" presStyleCnt="9">
        <dgm:presLayoutVars>
          <dgm:bulletEnabled val="1"/>
        </dgm:presLayoutVars>
      </dgm:prSet>
      <dgm:spPr/>
    </dgm:pt>
    <dgm:pt modelId="{DC193F1D-E38B-49F4-93EB-3403318EAA4D}" type="pres">
      <dgm:prSet presAssocID="{33A57D58-A281-4EBD-AC8B-E240C9041FB6}" presName="sibTrans" presStyleCnt="0"/>
      <dgm:spPr/>
    </dgm:pt>
    <dgm:pt modelId="{FAE81241-D791-459E-87E3-CAFFBED2AEEF}" type="pres">
      <dgm:prSet presAssocID="{8C15B25A-05BD-48DD-9C01-99DD6C156E4A}" presName="node" presStyleLbl="node1" presStyleIdx="2" presStyleCnt="9">
        <dgm:presLayoutVars>
          <dgm:bulletEnabled val="1"/>
        </dgm:presLayoutVars>
      </dgm:prSet>
      <dgm:spPr/>
    </dgm:pt>
    <dgm:pt modelId="{51F70BE6-2135-4388-ADC2-2ADCE9733E99}" type="pres">
      <dgm:prSet presAssocID="{A572C007-84AE-46DB-B5F0-6A580F8F427D}" presName="sibTrans" presStyleCnt="0"/>
      <dgm:spPr/>
    </dgm:pt>
    <dgm:pt modelId="{0285FFF1-0864-46F7-A5EF-ED3A2056789A}" type="pres">
      <dgm:prSet presAssocID="{0024EBCE-4BFD-47DF-8C4E-19895242722A}" presName="node" presStyleLbl="node1" presStyleIdx="3" presStyleCnt="9">
        <dgm:presLayoutVars>
          <dgm:bulletEnabled val="1"/>
        </dgm:presLayoutVars>
      </dgm:prSet>
      <dgm:spPr/>
    </dgm:pt>
    <dgm:pt modelId="{E70874C5-EC07-4359-8372-399600142537}" type="pres">
      <dgm:prSet presAssocID="{E1DD978A-CC81-45B8-8C41-FD5948E3D638}" presName="sibTrans" presStyleCnt="0"/>
      <dgm:spPr/>
    </dgm:pt>
    <dgm:pt modelId="{D65C127C-CE15-4782-867D-B1168566E305}" type="pres">
      <dgm:prSet presAssocID="{D50AF946-DB8B-49EE-BF1C-6713FD22FCA2}" presName="node" presStyleLbl="node1" presStyleIdx="4" presStyleCnt="9">
        <dgm:presLayoutVars>
          <dgm:bulletEnabled val="1"/>
        </dgm:presLayoutVars>
      </dgm:prSet>
      <dgm:spPr/>
    </dgm:pt>
    <dgm:pt modelId="{E038499C-D72D-454D-AB9F-5BB559836A05}" type="pres">
      <dgm:prSet presAssocID="{4CA02F44-F4DA-4810-9258-3D412837E7B5}" presName="sibTrans" presStyleCnt="0"/>
      <dgm:spPr/>
    </dgm:pt>
    <dgm:pt modelId="{268427D0-C475-403D-B6FE-E17216779FCB}" type="pres">
      <dgm:prSet presAssocID="{3A5BFC55-0552-4C55-8598-60AD35CCA85C}" presName="node" presStyleLbl="node1" presStyleIdx="5" presStyleCnt="9">
        <dgm:presLayoutVars>
          <dgm:bulletEnabled val="1"/>
        </dgm:presLayoutVars>
      </dgm:prSet>
      <dgm:spPr/>
    </dgm:pt>
    <dgm:pt modelId="{7917BE31-F954-4A9A-B901-708BDC9CCC30}" type="pres">
      <dgm:prSet presAssocID="{F276D7AE-18E2-4054-A6B0-D05A16DC34BE}" presName="sibTrans" presStyleCnt="0"/>
      <dgm:spPr/>
    </dgm:pt>
    <dgm:pt modelId="{B8795EAD-5679-4D4F-8E3B-183A6149C009}" type="pres">
      <dgm:prSet presAssocID="{C977028B-BE9B-4466-A9A4-1590BAC316D7}" presName="node" presStyleLbl="node1" presStyleIdx="6" presStyleCnt="9">
        <dgm:presLayoutVars>
          <dgm:bulletEnabled val="1"/>
        </dgm:presLayoutVars>
      </dgm:prSet>
      <dgm:spPr/>
    </dgm:pt>
    <dgm:pt modelId="{950EEE33-2B74-4F63-A7E4-37830AF7E512}" type="pres">
      <dgm:prSet presAssocID="{FF0B3D77-20EF-446A-81B2-8E12A632CF19}" presName="sibTrans" presStyleCnt="0"/>
      <dgm:spPr/>
    </dgm:pt>
    <dgm:pt modelId="{2FABBEA4-71FE-4C38-9DA9-F146AEF01DD9}" type="pres">
      <dgm:prSet presAssocID="{4EFFF477-E8B0-4764-87FA-B204DDCAA28B}" presName="node" presStyleLbl="node1" presStyleIdx="7" presStyleCnt="9">
        <dgm:presLayoutVars>
          <dgm:bulletEnabled val="1"/>
        </dgm:presLayoutVars>
      </dgm:prSet>
      <dgm:spPr/>
    </dgm:pt>
    <dgm:pt modelId="{CB2DD886-0783-4F5F-A308-570396FF468D}" type="pres">
      <dgm:prSet presAssocID="{B073AD23-9396-4C11-9E0D-008225B18AA4}" presName="sibTrans" presStyleCnt="0"/>
      <dgm:spPr/>
    </dgm:pt>
    <dgm:pt modelId="{647A5551-262E-4927-A11E-2689D46996CC}" type="pres">
      <dgm:prSet presAssocID="{7540FF45-B8EA-4D5D-BA43-AD719B8E01DC}" presName="node" presStyleLbl="node1" presStyleIdx="8" presStyleCnt="9">
        <dgm:presLayoutVars>
          <dgm:bulletEnabled val="1"/>
        </dgm:presLayoutVars>
      </dgm:prSet>
      <dgm:spPr/>
    </dgm:pt>
  </dgm:ptLst>
  <dgm:cxnLst>
    <dgm:cxn modelId="{EFC5560E-4A0B-446D-91C7-0A05D9B9FA0D}" type="presOf" srcId="{C977028B-BE9B-4466-A9A4-1590BAC316D7}" destId="{B8795EAD-5679-4D4F-8E3B-183A6149C009}" srcOrd="0" destOrd="0" presId="urn:microsoft.com/office/officeart/2005/8/layout/default"/>
    <dgm:cxn modelId="{E387A313-F8CF-4325-9522-3B51519B51F1}" type="presOf" srcId="{3A5BFC55-0552-4C55-8598-60AD35CCA85C}" destId="{268427D0-C475-403D-B6FE-E17216779FCB}" srcOrd="0" destOrd="0" presId="urn:microsoft.com/office/officeart/2005/8/layout/default"/>
    <dgm:cxn modelId="{B865FC18-0107-4A31-88A8-8AAB65C309A2}" type="presOf" srcId="{ECB4CBEC-42D8-40EE-9671-35DC103BC5C6}" destId="{288882D0-3FBE-46F9-ACB9-73BFC7D2DA96}" srcOrd="0" destOrd="0" presId="urn:microsoft.com/office/officeart/2005/8/layout/default"/>
    <dgm:cxn modelId="{8ED9A51C-C7D8-4CF7-8ADD-2DB29D14C0D2}" type="presOf" srcId="{D436BFC9-6F92-4CB0-A526-6630CC148C78}" destId="{0285FFF1-0864-46F7-A5EF-ED3A2056789A}" srcOrd="0" destOrd="1" presId="urn:microsoft.com/office/officeart/2005/8/layout/default"/>
    <dgm:cxn modelId="{60EEF021-C3E2-4FE0-9767-0ECE41D7248F}" srcId="{5D881DE9-6A5E-4B9E-93CE-34A90339FC5B}" destId="{D50AF946-DB8B-49EE-BF1C-6713FD22FCA2}" srcOrd="4" destOrd="0" parTransId="{96A3DF30-30AF-419C-A2CF-940AD63698C7}" sibTransId="{4CA02F44-F4DA-4810-9258-3D412837E7B5}"/>
    <dgm:cxn modelId="{7F5B0C24-6A75-42EF-B1D3-E55E1D197647}" type="presOf" srcId="{5D881DE9-6A5E-4B9E-93CE-34A90339FC5B}" destId="{8078B1DF-5A39-4095-8CDE-83DB6317D934}" srcOrd="0" destOrd="0" presId="urn:microsoft.com/office/officeart/2005/8/layout/default"/>
    <dgm:cxn modelId="{602E0E2A-8373-4828-B637-0452A017B06B}" type="presOf" srcId="{4EFFF477-E8B0-4764-87FA-B204DDCAA28B}" destId="{2FABBEA4-71FE-4C38-9DA9-F146AEF01DD9}" srcOrd="0" destOrd="0" presId="urn:microsoft.com/office/officeart/2005/8/layout/default"/>
    <dgm:cxn modelId="{24C50F35-5F16-440F-A7D9-90D67170CDA8}" srcId="{5D881DE9-6A5E-4B9E-93CE-34A90339FC5B}" destId="{0024EBCE-4BFD-47DF-8C4E-19895242722A}" srcOrd="3" destOrd="0" parTransId="{41B30669-3EE8-40DA-A474-25A60A26A9B3}" sibTransId="{E1DD978A-CC81-45B8-8C41-FD5948E3D638}"/>
    <dgm:cxn modelId="{EA7C983A-112D-4D69-A8D4-EBCAEB7868BD}" type="presOf" srcId="{66E8B04E-6976-4D0C-9CFA-2330881B2A38}" destId="{0285FFF1-0864-46F7-A5EF-ED3A2056789A}" srcOrd="0" destOrd="2" presId="urn:microsoft.com/office/officeart/2005/8/layout/default"/>
    <dgm:cxn modelId="{BDB75470-581C-46C9-AFB9-D54854DE7AC4}" srcId="{5D881DE9-6A5E-4B9E-93CE-34A90339FC5B}" destId="{8C15B25A-05BD-48DD-9C01-99DD6C156E4A}" srcOrd="2" destOrd="0" parTransId="{B2DBC2EB-798A-43EF-9991-5787508530D0}" sibTransId="{A572C007-84AE-46DB-B5F0-6A580F8F427D}"/>
    <dgm:cxn modelId="{AAFA4D51-FC51-4556-82D5-410F3BA5B3E8}" srcId="{5D881DE9-6A5E-4B9E-93CE-34A90339FC5B}" destId="{4EFFF477-E8B0-4764-87FA-B204DDCAA28B}" srcOrd="7" destOrd="0" parTransId="{DE0BDEC6-5A8C-4200-89C6-110650DB0622}" sibTransId="{B073AD23-9396-4C11-9E0D-008225B18AA4}"/>
    <dgm:cxn modelId="{2F630974-DB71-4AD9-9AEA-FD192036D1FE}" type="presOf" srcId="{8C15B25A-05BD-48DD-9C01-99DD6C156E4A}" destId="{FAE81241-D791-459E-87E3-CAFFBED2AEEF}" srcOrd="0" destOrd="0" presId="urn:microsoft.com/office/officeart/2005/8/layout/default"/>
    <dgm:cxn modelId="{285B967B-296E-40A4-A865-03BD8C62B176}" type="presOf" srcId="{0024EBCE-4BFD-47DF-8C4E-19895242722A}" destId="{0285FFF1-0864-46F7-A5EF-ED3A2056789A}" srcOrd="0" destOrd="0" presId="urn:microsoft.com/office/officeart/2005/8/layout/default"/>
    <dgm:cxn modelId="{1429C183-2193-46EE-AAAF-3F75229D0766}" srcId="{0024EBCE-4BFD-47DF-8C4E-19895242722A}" destId="{66E8B04E-6976-4D0C-9CFA-2330881B2A38}" srcOrd="1" destOrd="0" parTransId="{1E2B4EF9-2C18-4AE4-985F-3A86F1EB0AC1}" sibTransId="{849B9A37-1B46-46A4-94BE-B9E4C9F4CE9C}"/>
    <dgm:cxn modelId="{149C5D8C-E30E-44CD-9849-6BB4D67F5C6C}" srcId="{0024EBCE-4BFD-47DF-8C4E-19895242722A}" destId="{D436BFC9-6F92-4CB0-A526-6630CC148C78}" srcOrd="0" destOrd="0" parTransId="{078055AB-EC09-4844-9AC9-FAFA6B153390}" sibTransId="{7D32991A-5A1D-4782-BCDC-3D507F743094}"/>
    <dgm:cxn modelId="{D63B818C-E772-4C3F-822B-2853FF280C55}" srcId="{5D881DE9-6A5E-4B9E-93CE-34A90339FC5B}" destId="{7540FF45-B8EA-4D5D-BA43-AD719B8E01DC}" srcOrd="8" destOrd="0" parTransId="{AC2C20A9-54AB-4CB1-8531-66AAF509203E}" sibTransId="{941C1F4A-448B-421D-ADE7-A1E92DB8DCC3}"/>
    <dgm:cxn modelId="{D0E3B4A6-5C50-4354-880B-DB989093AFAD}" srcId="{5D881DE9-6A5E-4B9E-93CE-34A90339FC5B}" destId="{74BB88FC-87C4-4AD9-BFCA-056E70EA7D7A}" srcOrd="0" destOrd="0" parTransId="{07B8A5ED-69BC-4D0F-97DC-B4BA958E1FFE}" sibTransId="{32ACB316-2BBB-4025-808E-C7CA2896F9CF}"/>
    <dgm:cxn modelId="{AE70F5C6-81B5-45C6-B572-9A7918CE0D15}" type="presOf" srcId="{D50AF946-DB8B-49EE-BF1C-6713FD22FCA2}" destId="{D65C127C-CE15-4782-867D-B1168566E305}" srcOrd="0" destOrd="0" presId="urn:microsoft.com/office/officeart/2005/8/layout/default"/>
    <dgm:cxn modelId="{C383C5CF-EFE7-4F5C-81B3-2D1B0E19F045}" srcId="{5D881DE9-6A5E-4B9E-93CE-34A90339FC5B}" destId="{3A5BFC55-0552-4C55-8598-60AD35CCA85C}" srcOrd="5" destOrd="0" parTransId="{CBA0B076-7B4C-4D51-B064-E2338B570E04}" sibTransId="{F276D7AE-18E2-4054-A6B0-D05A16DC34BE}"/>
    <dgm:cxn modelId="{9FAE3CE4-9B0C-4787-901D-21494E8B2B27}" type="presOf" srcId="{74BB88FC-87C4-4AD9-BFCA-056E70EA7D7A}" destId="{C00B2212-A73D-4F5A-9758-5F5CD3A60570}" srcOrd="0" destOrd="0" presId="urn:microsoft.com/office/officeart/2005/8/layout/default"/>
    <dgm:cxn modelId="{CD6B0EEB-C30F-451E-8291-864DF8EA01F4}" type="presOf" srcId="{7540FF45-B8EA-4D5D-BA43-AD719B8E01DC}" destId="{647A5551-262E-4927-A11E-2689D46996CC}" srcOrd="0" destOrd="0" presId="urn:microsoft.com/office/officeart/2005/8/layout/default"/>
    <dgm:cxn modelId="{07DE7CF4-6772-4D80-AEF7-51026B9D4CA7}" srcId="{5D881DE9-6A5E-4B9E-93CE-34A90339FC5B}" destId="{C977028B-BE9B-4466-A9A4-1590BAC316D7}" srcOrd="6" destOrd="0" parTransId="{47839923-4D36-435D-AF1C-8C9EA70446C2}" sibTransId="{FF0B3D77-20EF-446A-81B2-8E12A632CF19}"/>
    <dgm:cxn modelId="{77D5C1FC-D108-4CF3-B6CB-535FE1DB85D4}" srcId="{5D881DE9-6A5E-4B9E-93CE-34A90339FC5B}" destId="{ECB4CBEC-42D8-40EE-9671-35DC103BC5C6}" srcOrd="1" destOrd="0" parTransId="{6BDF49F1-0038-43FA-81A1-5071EDDA5A25}" sibTransId="{33A57D58-A281-4EBD-AC8B-E240C9041FB6}"/>
    <dgm:cxn modelId="{9E9189B5-D8C3-4EDF-A9B7-B9F820ECF033}" type="presParOf" srcId="{8078B1DF-5A39-4095-8CDE-83DB6317D934}" destId="{C00B2212-A73D-4F5A-9758-5F5CD3A60570}" srcOrd="0" destOrd="0" presId="urn:microsoft.com/office/officeart/2005/8/layout/default"/>
    <dgm:cxn modelId="{399D6641-65ED-4E0D-BBE8-2AEAB60D994F}" type="presParOf" srcId="{8078B1DF-5A39-4095-8CDE-83DB6317D934}" destId="{71D4EA30-7201-4556-BBA3-5DA6DB294D46}" srcOrd="1" destOrd="0" presId="urn:microsoft.com/office/officeart/2005/8/layout/default"/>
    <dgm:cxn modelId="{B309293D-82D9-4BD3-BD29-24929BD01500}" type="presParOf" srcId="{8078B1DF-5A39-4095-8CDE-83DB6317D934}" destId="{288882D0-3FBE-46F9-ACB9-73BFC7D2DA96}" srcOrd="2" destOrd="0" presId="urn:microsoft.com/office/officeart/2005/8/layout/default"/>
    <dgm:cxn modelId="{FE1BEA69-386A-442F-BE40-1E1AC98B1465}" type="presParOf" srcId="{8078B1DF-5A39-4095-8CDE-83DB6317D934}" destId="{DC193F1D-E38B-49F4-93EB-3403318EAA4D}" srcOrd="3" destOrd="0" presId="urn:microsoft.com/office/officeart/2005/8/layout/default"/>
    <dgm:cxn modelId="{785036B4-009E-4D1C-807D-C4FE4ED87224}" type="presParOf" srcId="{8078B1DF-5A39-4095-8CDE-83DB6317D934}" destId="{FAE81241-D791-459E-87E3-CAFFBED2AEEF}" srcOrd="4" destOrd="0" presId="urn:microsoft.com/office/officeart/2005/8/layout/default"/>
    <dgm:cxn modelId="{22E907A3-33CB-4D4D-A156-F1A175A91CE2}" type="presParOf" srcId="{8078B1DF-5A39-4095-8CDE-83DB6317D934}" destId="{51F70BE6-2135-4388-ADC2-2ADCE9733E99}" srcOrd="5" destOrd="0" presId="urn:microsoft.com/office/officeart/2005/8/layout/default"/>
    <dgm:cxn modelId="{6138E41C-CB1D-42C2-82ED-3A85CF3CA3A2}" type="presParOf" srcId="{8078B1DF-5A39-4095-8CDE-83DB6317D934}" destId="{0285FFF1-0864-46F7-A5EF-ED3A2056789A}" srcOrd="6" destOrd="0" presId="urn:microsoft.com/office/officeart/2005/8/layout/default"/>
    <dgm:cxn modelId="{048AFCF4-9851-4460-86F7-9D61D9844458}" type="presParOf" srcId="{8078B1DF-5A39-4095-8CDE-83DB6317D934}" destId="{E70874C5-EC07-4359-8372-399600142537}" srcOrd="7" destOrd="0" presId="urn:microsoft.com/office/officeart/2005/8/layout/default"/>
    <dgm:cxn modelId="{A3B9AAF1-C1B6-4416-9525-71A2EDF5DBD9}" type="presParOf" srcId="{8078B1DF-5A39-4095-8CDE-83DB6317D934}" destId="{D65C127C-CE15-4782-867D-B1168566E305}" srcOrd="8" destOrd="0" presId="urn:microsoft.com/office/officeart/2005/8/layout/default"/>
    <dgm:cxn modelId="{086CA72D-3812-4363-BD36-F740BF095546}" type="presParOf" srcId="{8078B1DF-5A39-4095-8CDE-83DB6317D934}" destId="{E038499C-D72D-454D-AB9F-5BB559836A05}" srcOrd="9" destOrd="0" presId="urn:microsoft.com/office/officeart/2005/8/layout/default"/>
    <dgm:cxn modelId="{58E7A2FE-D29E-4DD5-BB25-FC1462F12302}" type="presParOf" srcId="{8078B1DF-5A39-4095-8CDE-83DB6317D934}" destId="{268427D0-C475-403D-B6FE-E17216779FCB}" srcOrd="10" destOrd="0" presId="urn:microsoft.com/office/officeart/2005/8/layout/default"/>
    <dgm:cxn modelId="{9DC4FEDE-A203-4AA5-8934-E861519D5367}" type="presParOf" srcId="{8078B1DF-5A39-4095-8CDE-83DB6317D934}" destId="{7917BE31-F954-4A9A-B901-708BDC9CCC30}" srcOrd="11" destOrd="0" presId="urn:microsoft.com/office/officeart/2005/8/layout/default"/>
    <dgm:cxn modelId="{D0707B02-95C9-43CC-8336-6400D6D08D79}" type="presParOf" srcId="{8078B1DF-5A39-4095-8CDE-83DB6317D934}" destId="{B8795EAD-5679-4D4F-8E3B-183A6149C009}" srcOrd="12" destOrd="0" presId="urn:microsoft.com/office/officeart/2005/8/layout/default"/>
    <dgm:cxn modelId="{8B82DBB6-F694-4867-8411-1426CE3E5ADA}" type="presParOf" srcId="{8078B1DF-5A39-4095-8CDE-83DB6317D934}" destId="{950EEE33-2B74-4F63-A7E4-37830AF7E512}" srcOrd="13" destOrd="0" presId="urn:microsoft.com/office/officeart/2005/8/layout/default"/>
    <dgm:cxn modelId="{F3D57FCD-8834-49F4-96C8-E6DFCDF29BCA}" type="presParOf" srcId="{8078B1DF-5A39-4095-8CDE-83DB6317D934}" destId="{2FABBEA4-71FE-4C38-9DA9-F146AEF01DD9}" srcOrd="14" destOrd="0" presId="urn:microsoft.com/office/officeart/2005/8/layout/default"/>
    <dgm:cxn modelId="{BB868DBA-82C1-4A58-AE41-03544E84145F}" type="presParOf" srcId="{8078B1DF-5A39-4095-8CDE-83DB6317D934}" destId="{CB2DD886-0783-4F5F-A308-570396FF468D}" srcOrd="15" destOrd="0" presId="urn:microsoft.com/office/officeart/2005/8/layout/default"/>
    <dgm:cxn modelId="{664EB040-5A4B-43C5-9F53-F50E5D76E406}" type="presParOf" srcId="{8078B1DF-5A39-4095-8CDE-83DB6317D934}" destId="{647A5551-262E-4927-A11E-2689D46996CC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556D9C5F-9829-4839-9F73-CDD644423A20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F6134F5-415B-4D37-9FFE-B72288990605}">
      <dgm:prSet/>
      <dgm:spPr/>
      <dgm:t>
        <a:bodyPr/>
        <a:lstStyle/>
        <a:p>
          <a:r>
            <a:rPr lang="en-US" b="1"/>
            <a:t>Step 7: Use your model to make a prediction.</a:t>
          </a:r>
          <a:endParaRPr lang="en-US"/>
        </a:p>
      </dgm:t>
    </dgm:pt>
    <dgm:pt modelId="{BA0C436B-D34B-43E1-A2B2-21136D2BC537}" type="parTrans" cxnId="{0B099D90-53A3-4607-971D-E804D784A482}">
      <dgm:prSet/>
      <dgm:spPr/>
      <dgm:t>
        <a:bodyPr/>
        <a:lstStyle/>
        <a:p>
          <a:endParaRPr lang="en-US"/>
        </a:p>
      </dgm:t>
    </dgm:pt>
    <dgm:pt modelId="{59EACAEC-386A-4EBC-A137-39CF485F4F48}" type="sibTrans" cxnId="{0B099D90-53A3-4607-971D-E804D784A482}">
      <dgm:prSet/>
      <dgm:spPr/>
      <dgm:t>
        <a:bodyPr/>
        <a:lstStyle/>
        <a:p>
          <a:endParaRPr lang="en-US"/>
        </a:p>
      </dgm:t>
    </dgm:pt>
    <dgm:pt modelId="{6EE6DEE0-F4BD-47F9-B528-A5BEE2171E19}">
      <dgm:prSet/>
      <dgm:spPr/>
      <dgm:t>
        <a:bodyPr/>
        <a:lstStyle/>
        <a:p>
          <a:r>
            <a:rPr lang="en-US"/>
            <a:t>Scenario: A new student studies 13 hours per week.</a:t>
          </a:r>
        </a:p>
      </dgm:t>
    </dgm:pt>
    <dgm:pt modelId="{77C9C428-42DD-4327-A8F8-DDC2E7CAAB18}" type="parTrans" cxnId="{319854F3-D251-442C-A2FD-8E93C180C390}">
      <dgm:prSet/>
      <dgm:spPr/>
      <dgm:t>
        <a:bodyPr/>
        <a:lstStyle/>
        <a:p>
          <a:endParaRPr lang="en-US"/>
        </a:p>
      </dgm:t>
    </dgm:pt>
    <dgm:pt modelId="{F8779E58-D16A-4FA9-9238-03DFCCB16F1E}" type="sibTrans" cxnId="{319854F3-D251-442C-A2FD-8E93C180C390}">
      <dgm:prSet/>
      <dgm:spPr/>
      <dgm:t>
        <a:bodyPr/>
        <a:lstStyle/>
        <a:p>
          <a:endParaRPr lang="en-US"/>
        </a:p>
      </dgm:t>
    </dgm:pt>
    <dgm:pt modelId="{98C9CA88-9BC0-4770-B118-213C4E27B2CD}">
      <dgm:prSet/>
      <dgm:spPr/>
      <dgm:t>
        <a:bodyPr/>
        <a:lstStyle/>
        <a:p>
          <a:r>
            <a:rPr lang="en-US"/>
            <a:t>Using our formula:</a:t>
          </a:r>
        </a:p>
      </dgm:t>
    </dgm:pt>
    <dgm:pt modelId="{8AE8FCC3-396E-4C91-99A6-3FE7BE4ED32D}" type="parTrans" cxnId="{0FB7295A-0FC9-4C7F-B97C-B91AA19BB476}">
      <dgm:prSet/>
      <dgm:spPr/>
      <dgm:t>
        <a:bodyPr/>
        <a:lstStyle/>
        <a:p>
          <a:endParaRPr lang="en-US"/>
        </a:p>
      </dgm:t>
    </dgm:pt>
    <dgm:pt modelId="{0849050E-DB24-4717-9FB3-C414BE542344}" type="sibTrans" cxnId="{0FB7295A-0FC9-4C7F-B97C-B91AA19BB476}">
      <dgm:prSet/>
      <dgm:spPr/>
      <dgm:t>
        <a:bodyPr/>
        <a:lstStyle/>
        <a:p>
          <a:endParaRPr lang="en-US"/>
        </a:p>
      </dgm:t>
    </dgm:pt>
    <dgm:pt modelId="{891E4AE5-B739-49C7-B783-FB56053E365D}">
      <dgm:prSet/>
      <dgm:spPr/>
      <dgm:t>
        <a:bodyPr/>
        <a:lstStyle/>
        <a:p>
          <a:r>
            <a:rPr lang="en-US" i="1"/>
            <a:t>Predicted Exam Score = 22 + 4 × 13 = 74 marks</a:t>
          </a:r>
          <a:endParaRPr lang="en-US"/>
        </a:p>
      </dgm:t>
    </dgm:pt>
    <dgm:pt modelId="{7825337F-EC1E-46C2-A1C7-6861F3AD85D0}" type="parTrans" cxnId="{F73B99BF-071A-45F6-B292-F7ED7040770B}">
      <dgm:prSet/>
      <dgm:spPr/>
      <dgm:t>
        <a:bodyPr/>
        <a:lstStyle/>
        <a:p>
          <a:endParaRPr lang="en-US"/>
        </a:p>
      </dgm:t>
    </dgm:pt>
    <dgm:pt modelId="{2FD336D8-3AB6-4FF9-8E38-F9B4B15AF0EC}" type="sibTrans" cxnId="{F73B99BF-071A-45F6-B292-F7ED7040770B}">
      <dgm:prSet/>
      <dgm:spPr/>
      <dgm:t>
        <a:bodyPr/>
        <a:lstStyle/>
        <a:p>
          <a:endParaRPr lang="en-US"/>
        </a:p>
      </dgm:t>
    </dgm:pt>
    <dgm:pt modelId="{3884B098-32AD-449D-97BE-79A89BD2111C}">
      <dgm:prSet/>
      <dgm:spPr/>
      <dgm:t>
        <a:bodyPr/>
        <a:lstStyle/>
        <a:p>
          <a:r>
            <a:rPr lang="en-US" b="1"/>
            <a:t>Step 8: Can we be certain about this prediction?</a:t>
          </a:r>
          <a:endParaRPr lang="en-US"/>
        </a:p>
      </dgm:t>
    </dgm:pt>
    <dgm:pt modelId="{753F4F5D-C403-477F-9CB2-D4D949562776}" type="parTrans" cxnId="{921AB625-A4DA-449F-860D-6A526C18E34E}">
      <dgm:prSet/>
      <dgm:spPr/>
      <dgm:t>
        <a:bodyPr/>
        <a:lstStyle/>
        <a:p>
          <a:endParaRPr lang="en-US"/>
        </a:p>
      </dgm:t>
    </dgm:pt>
    <dgm:pt modelId="{11B7A273-5A1B-4913-8635-048FC0464BAB}" type="sibTrans" cxnId="{921AB625-A4DA-449F-860D-6A526C18E34E}">
      <dgm:prSet/>
      <dgm:spPr/>
      <dgm:t>
        <a:bodyPr/>
        <a:lstStyle/>
        <a:p>
          <a:endParaRPr lang="en-US"/>
        </a:p>
      </dgm:t>
    </dgm:pt>
    <dgm:pt modelId="{9A8AD41E-0E73-412C-974A-C559AA75F397}">
      <dgm:prSet/>
      <dgm:spPr/>
      <dgm:t>
        <a:bodyPr/>
        <a:lstStyle/>
        <a:p>
          <a:r>
            <a:rPr lang="en-US"/>
            <a:t>No. Statistics gives us estimates, not guarantees.</a:t>
          </a:r>
        </a:p>
      </dgm:t>
    </dgm:pt>
    <dgm:pt modelId="{87F1B1D9-0442-4CAF-B179-521EE400B450}" type="parTrans" cxnId="{6EC46785-42C7-40E8-BB10-37366A2EBE95}">
      <dgm:prSet/>
      <dgm:spPr/>
      <dgm:t>
        <a:bodyPr/>
        <a:lstStyle/>
        <a:p>
          <a:endParaRPr lang="en-US"/>
        </a:p>
      </dgm:t>
    </dgm:pt>
    <dgm:pt modelId="{E7CFA253-5E03-4EAD-AB05-A0B9006FA984}" type="sibTrans" cxnId="{6EC46785-42C7-40E8-BB10-37366A2EBE95}">
      <dgm:prSet/>
      <dgm:spPr/>
      <dgm:t>
        <a:bodyPr/>
        <a:lstStyle/>
        <a:p>
          <a:endParaRPr lang="en-US"/>
        </a:p>
      </dgm:t>
    </dgm:pt>
    <dgm:pt modelId="{734CCAC8-2E5D-438C-B952-6D8DAFCDD406}">
      <dgm:prSet/>
      <dgm:spPr/>
      <dgm:t>
        <a:bodyPr/>
        <a:lstStyle/>
        <a:p>
          <a:r>
            <a:rPr lang="en-US" b="1"/>
            <a:t>Reasons predictions can fail:</a:t>
          </a:r>
          <a:endParaRPr lang="en-US"/>
        </a:p>
      </dgm:t>
    </dgm:pt>
    <dgm:pt modelId="{6546EEDB-715B-4487-BE7F-7847A046378C}" type="parTrans" cxnId="{C569371E-4942-4BCD-BDF6-841B2A6AD86E}">
      <dgm:prSet/>
      <dgm:spPr/>
      <dgm:t>
        <a:bodyPr/>
        <a:lstStyle/>
        <a:p>
          <a:endParaRPr lang="en-US"/>
        </a:p>
      </dgm:t>
    </dgm:pt>
    <dgm:pt modelId="{BB61302C-0519-4BE6-A205-DDC3DBAC3644}" type="sibTrans" cxnId="{C569371E-4942-4BCD-BDF6-841B2A6AD86E}">
      <dgm:prSet/>
      <dgm:spPr/>
      <dgm:t>
        <a:bodyPr/>
        <a:lstStyle/>
        <a:p>
          <a:endParaRPr lang="en-US"/>
        </a:p>
      </dgm:t>
    </dgm:pt>
    <dgm:pt modelId="{59E21BE0-8D2B-4E9C-996A-E45CF4502F8C}">
      <dgm:prSet/>
      <dgm:spPr/>
      <dgm:t>
        <a:bodyPr/>
        <a:lstStyle/>
        <a:p>
          <a:r>
            <a:rPr lang="en-US"/>
            <a:t>Motivation and stress levels are not in the data</a:t>
          </a:r>
        </a:p>
      </dgm:t>
    </dgm:pt>
    <dgm:pt modelId="{8F00271A-FF47-4051-9CB4-5A42AF50B737}" type="parTrans" cxnId="{BC1C84D3-537A-489F-9956-0D624D23E928}">
      <dgm:prSet/>
      <dgm:spPr/>
      <dgm:t>
        <a:bodyPr/>
        <a:lstStyle/>
        <a:p>
          <a:endParaRPr lang="en-US"/>
        </a:p>
      </dgm:t>
    </dgm:pt>
    <dgm:pt modelId="{365E6AF3-2703-43A7-8F00-4F656A987C86}" type="sibTrans" cxnId="{BC1C84D3-537A-489F-9956-0D624D23E928}">
      <dgm:prSet/>
      <dgm:spPr/>
      <dgm:t>
        <a:bodyPr/>
        <a:lstStyle/>
        <a:p>
          <a:endParaRPr lang="en-US"/>
        </a:p>
      </dgm:t>
    </dgm:pt>
    <dgm:pt modelId="{25B3C8B9-988D-4788-9073-4AB7E5100515}">
      <dgm:prSet/>
      <dgm:spPr/>
      <dgm:t>
        <a:bodyPr/>
        <a:lstStyle/>
        <a:p>
          <a:r>
            <a:rPr lang="en-US"/>
            <a:t>Health, family circumstances, or external disruptions</a:t>
          </a:r>
        </a:p>
      </dgm:t>
    </dgm:pt>
    <dgm:pt modelId="{9CA6CD71-29CB-40F3-8371-FE92AABAA24D}" type="parTrans" cxnId="{87B9F3AC-749C-440D-A494-620EA07151B7}">
      <dgm:prSet/>
      <dgm:spPr/>
      <dgm:t>
        <a:bodyPr/>
        <a:lstStyle/>
        <a:p>
          <a:endParaRPr lang="en-US"/>
        </a:p>
      </dgm:t>
    </dgm:pt>
    <dgm:pt modelId="{162B80BC-6993-44FF-98A7-4F02BE435376}" type="sibTrans" cxnId="{87B9F3AC-749C-440D-A494-620EA07151B7}">
      <dgm:prSet/>
      <dgm:spPr/>
      <dgm:t>
        <a:bodyPr/>
        <a:lstStyle/>
        <a:p>
          <a:endParaRPr lang="en-US"/>
        </a:p>
      </dgm:t>
    </dgm:pt>
    <dgm:pt modelId="{3F578BC6-20C0-449F-A0AB-6ED2C370CB7E}">
      <dgm:prSet/>
      <dgm:spPr/>
      <dgm:t>
        <a:bodyPr/>
        <a:lstStyle/>
        <a:p>
          <a:r>
            <a:rPr lang="en-US"/>
            <a:t>Sample is small (only 6 students)</a:t>
          </a:r>
        </a:p>
      </dgm:t>
    </dgm:pt>
    <dgm:pt modelId="{2C25FEA5-4DE2-457C-B800-F07162156FA4}" type="parTrans" cxnId="{E89527AD-011E-4B2D-B457-560EBA6203D2}">
      <dgm:prSet/>
      <dgm:spPr/>
      <dgm:t>
        <a:bodyPr/>
        <a:lstStyle/>
        <a:p>
          <a:endParaRPr lang="en-US"/>
        </a:p>
      </dgm:t>
    </dgm:pt>
    <dgm:pt modelId="{FB71C600-857B-4F0C-9923-945661133542}" type="sibTrans" cxnId="{E89527AD-011E-4B2D-B457-560EBA6203D2}">
      <dgm:prSet/>
      <dgm:spPr/>
      <dgm:t>
        <a:bodyPr/>
        <a:lstStyle/>
        <a:p>
          <a:endParaRPr lang="en-US"/>
        </a:p>
      </dgm:t>
    </dgm:pt>
    <dgm:pt modelId="{59B90E22-5A3A-4169-B60C-898572622D37}">
      <dgm:prSet/>
      <dgm:spPr/>
      <dgm:t>
        <a:bodyPr/>
        <a:lstStyle/>
        <a:p>
          <a:r>
            <a:rPr lang="en-US" i="1"/>
            <a:t>Key Principle: Always report your uncertainty alongside your prediction.</a:t>
          </a:r>
          <a:endParaRPr lang="en-US"/>
        </a:p>
      </dgm:t>
    </dgm:pt>
    <dgm:pt modelId="{B3B5AF6A-84D3-4CC7-B08C-8D00C76F6130}" type="parTrans" cxnId="{62CCF22A-F888-4D69-B3C6-F74E30248B34}">
      <dgm:prSet/>
      <dgm:spPr/>
      <dgm:t>
        <a:bodyPr/>
        <a:lstStyle/>
        <a:p>
          <a:endParaRPr lang="en-US"/>
        </a:p>
      </dgm:t>
    </dgm:pt>
    <dgm:pt modelId="{63829C50-A179-4AAF-8DD0-D8B961986134}" type="sibTrans" cxnId="{62CCF22A-F888-4D69-B3C6-F74E30248B34}">
      <dgm:prSet/>
      <dgm:spPr/>
      <dgm:t>
        <a:bodyPr/>
        <a:lstStyle/>
        <a:p>
          <a:endParaRPr lang="en-US"/>
        </a:p>
      </dgm:t>
    </dgm:pt>
    <dgm:pt modelId="{05FAF876-1F23-40F2-AB28-E7423BC3D2AA}" type="pres">
      <dgm:prSet presAssocID="{556D9C5F-9829-4839-9F73-CDD644423A20}" presName="Name0" presStyleCnt="0">
        <dgm:presLayoutVars>
          <dgm:dir/>
          <dgm:resizeHandles val="exact"/>
        </dgm:presLayoutVars>
      </dgm:prSet>
      <dgm:spPr/>
    </dgm:pt>
    <dgm:pt modelId="{3AD920E0-9ECA-4319-A344-D8F1F1ECEB00}" type="pres">
      <dgm:prSet presAssocID="{2F6134F5-415B-4D37-9FFE-B72288990605}" presName="node" presStyleLbl="node1" presStyleIdx="0" presStyleCnt="8">
        <dgm:presLayoutVars>
          <dgm:bulletEnabled val="1"/>
        </dgm:presLayoutVars>
      </dgm:prSet>
      <dgm:spPr/>
    </dgm:pt>
    <dgm:pt modelId="{AA9AA930-A041-463A-92AC-37B2A01C66AB}" type="pres">
      <dgm:prSet presAssocID="{59EACAEC-386A-4EBC-A137-39CF485F4F48}" presName="sibTrans" presStyleLbl="sibTrans1D1" presStyleIdx="0" presStyleCnt="7"/>
      <dgm:spPr/>
    </dgm:pt>
    <dgm:pt modelId="{C4D003DC-763D-454D-91F4-99A3B18A6321}" type="pres">
      <dgm:prSet presAssocID="{59EACAEC-386A-4EBC-A137-39CF485F4F48}" presName="connectorText" presStyleLbl="sibTrans1D1" presStyleIdx="0" presStyleCnt="7"/>
      <dgm:spPr/>
    </dgm:pt>
    <dgm:pt modelId="{011E9847-4D88-4133-9EB0-E672C737B34C}" type="pres">
      <dgm:prSet presAssocID="{6EE6DEE0-F4BD-47F9-B528-A5BEE2171E19}" presName="node" presStyleLbl="node1" presStyleIdx="1" presStyleCnt="8">
        <dgm:presLayoutVars>
          <dgm:bulletEnabled val="1"/>
        </dgm:presLayoutVars>
      </dgm:prSet>
      <dgm:spPr/>
    </dgm:pt>
    <dgm:pt modelId="{5F9B2596-F38F-489E-9A90-86A7E45D4C5C}" type="pres">
      <dgm:prSet presAssocID="{F8779E58-D16A-4FA9-9238-03DFCCB16F1E}" presName="sibTrans" presStyleLbl="sibTrans1D1" presStyleIdx="1" presStyleCnt="7"/>
      <dgm:spPr/>
    </dgm:pt>
    <dgm:pt modelId="{CA055A16-29DE-46DB-8D9A-7D29B547E65E}" type="pres">
      <dgm:prSet presAssocID="{F8779E58-D16A-4FA9-9238-03DFCCB16F1E}" presName="connectorText" presStyleLbl="sibTrans1D1" presStyleIdx="1" presStyleCnt="7"/>
      <dgm:spPr/>
    </dgm:pt>
    <dgm:pt modelId="{C3D0B71F-ACEC-4AD7-9DEE-3A3F9DF2F414}" type="pres">
      <dgm:prSet presAssocID="{98C9CA88-9BC0-4770-B118-213C4E27B2CD}" presName="node" presStyleLbl="node1" presStyleIdx="2" presStyleCnt="8">
        <dgm:presLayoutVars>
          <dgm:bulletEnabled val="1"/>
        </dgm:presLayoutVars>
      </dgm:prSet>
      <dgm:spPr/>
    </dgm:pt>
    <dgm:pt modelId="{5D1EC5B3-2D2D-4092-B4CD-3C9F5370F889}" type="pres">
      <dgm:prSet presAssocID="{0849050E-DB24-4717-9FB3-C414BE542344}" presName="sibTrans" presStyleLbl="sibTrans1D1" presStyleIdx="2" presStyleCnt="7"/>
      <dgm:spPr/>
    </dgm:pt>
    <dgm:pt modelId="{E5E19ECA-70EC-4835-8F19-0305E3847EBA}" type="pres">
      <dgm:prSet presAssocID="{0849050E-DB24-4717-9FB3-C414BE542344}" presName="connectorText" presStyleLbl="sibTrans1D1" presStyleIdx="2" presStyleCnt="7"/>
      <dgm:spPr/>
    </dgm:pt>
    <dgm:pt modelId="{826C1B5E-6521-4A8C-9BA8-AF8E46FA338C}" type="pres">
      <dgm:prSet presAssocID="{891E4AE5-B739-49C7-B783-FB56053E365D}" presName="node" presStyleLbl="node1" presStyleIdx="3" presStyleCnt="8">
        <dgm:presLayoutVars>
          <dgm:bulletEnabled val="1"/>
        </dgm:presLayoutVars>
      </dgm:prSet>
      <dgm:spPr/>
    </dgm:pt>
    <dgm:pt modelId="{A99A91D9-0351-487E-B1EE-F8CA0A7A5D9F}" type="pres">
      <dgm:prSet presAssocID="{2FD336D8-3AB6-4FF9-8E38-F9B4B15AF0EC}" presName="sibTrans" presStyleLbl="sibTrans1D1" presStyleIdx="3" presStyleCnt="7"/>
      <dgm:spPr/>
    </dgm:pt>
    <dgm:pt modelId="{12F76AC1-A648-445F-B30F-43A7A3F41DE9}" type="pres">
      <dgm:prSet presAssocID="{2FD336D8-3AB6-4FF9-8E38-F9B4B15AF0EC}" presName="connectorText" presStyleLbl="sibTrans1D1" presStyleIdx="3" presStyleCnt="7"/>
      <dgm:spPr/>
    </dgm:pt>
    <dgm:pt modelId="{C42D7019-09AC-4463-B8A0-7BBD70042C14}" type="pres">
      <dgm:prSet presAssocID="{3884B098-32AD-449D-97BE-79A89BD2111C}" presName="node" presStyleLbl="node1" presStyleIdx="4" presStyleCnt="8">
        <dgm:presLayoutVars>
          <dgm:bulletEnabled val="1"/>
        </dgm:presLayoutVars>
      </dgm:prSet>
      <dgm:spPr/>
    </dgm:pt>
    <dgm:pt modelId="{DDAB5257-7B63-4541-9DBE-42FDDD8B4D21}" type="pres">
      <dgm:prSet presAssocID="{11B7A273-5A1B-4913-8635-048FC0464BAB}" presName="sibTrans" presStyleLbl="sibTrans1D1" presStyleIdx="4" presStyleCnt="7"/>
      <dgm:spPr/>
    </dgm:pt>
    <dgm:pt modelId="{10A11C0D-8562-42F8-89E8-122FE39822CD}" type="pres">
      <dgm:prSet presAssocID="{11B7A273-5A1B-4913-8635-048FC0464BAB}" presName="connectorText" presStyleLbl="sibTrans1D1" presStyleIdx="4" presStyleCnt="7"/>
      <dgm:spPr/>
    </dgm:pt>
    <dgm:pt modelId="{D0B27E80-535B-4A68-B852-FE4AF77DFDE7}" type="pres">
      <dgm:prSet presAssocID="{9A8AD41E-0E73-412C-974A-C559AA75F397}" presName="node" presStyleLbl="node1" presStyleIdx="5" presStyleCnt="8">
        <dgm:presLayoutVars>
          <dgm:bulletEnabled val="1"/>
        </dgm:presLayoutVars>
      </dgm:prSet>
      <dgm:spPr/>
    </dgm:pt>
    <dgm:pt modelId="{F0F6753E-75E9-4C60-8860-5640C8432D0A}" type="pres">
      <dgm:prSet presAssocID="{E7CFA253-5E03-4EAD-AB05-A0B9006FA984}" presName="sibTrans" presStyleLbl="sibTrans1D1" presStyleIdx="5" presStyleCnt="7"/>
      <dgm:spPr/>
    </dgm:pt>
    <dgm:pt modelId="{916D0658-7C6A-45BF-9532-F135C3731EF1}" type="pres">
      <dgm:prSet presAssocID="{E7CFA253-5E03-4EAD-AB05-A0B9006FA984}" presName="connectorText" presStyleLbl="sibTrans1D1" presStyleIdx="5" presStyleCnt="7"/>
      <dgm:spPr/>
    </dgm:pt>
    <dgm:pt modelId="{541868F1-1874-410A-902E-D1C63C2B0186}" type="pres">
      <dgm:prSet presAssocID="{734CCAC8-2E5D-438C-B952-6D8DAFCDD406}" presName="node" presStyleLbl="node1" presStyleIdx="6" presStyleCnt="8">
        <dgm:presLayoutVars>
          <dgm:bulletEnabled val="1"/>
        </dgm:presLayoutVars>
      </dgm:prSet>
      <dgm:spPr/>
    </dgm:pt>
    <dgm:pt modelId="{18BA0E24-C8F3-4869-A54E-77C2681527BD}" type="pres">
      <dgm:prSet presAssocID="{BB61302C-0519-4BE6-A205-DDC3DBAC3644}" presName="sibTrans" presStyleLbl="sibTrans1D1" presStyleIdx="6" presStyleCnt="7"/>
      <dgm:spPr/>
    </dgm:pt>
    <dgm:pt modelId="{5C091165-9B2A-4493-8629-99632DC4DBA5}" type="pres">
      <dgm:prSet presAssocID="{BB61302C-0519-4BE6-A205-DDC3DBAC3644}" presName="connectorText" presStyleLbl="sibTrans1D1" presStyleIdx="6" presStyleCnt="7"/>
      <dgm:spPr/>
    </dgm:pt>
    <dgm:pt modelId="{11B7F21A-08E7-4CC6-A386-2634A2D1CA37}" type="pres">
      <dgm:prSet presAssocID="{59B90E22-5A3A-4169-B60C-898572622D37}" presName="node" presStyleLbl="node1" presStyleIdx="7" presStyleCnt="8">
        <dgm:presLayoutVars>
          <dgm:bulletEnabled val="1"/>
        </dgm:presLayoutVars>
      </dgm:prSet>
      <dgm:spPr/>
    </dgm:pt>
  </dgm:ptLst>
  <dgm:cxnLst>
    <dgm:cxn modelId="{0AE0330A-1CC3-47B0-955E-26B9338EFD2E}" type="presOf" srcId="{59EACAEC-386A-4EBC-A137-39CF485F4F48}" destId="{C4D003DC-763D-454D-91F4-99A3B18A6321}" srcOrd="1" destOrd="0" presId="urn:microsoft.com/office/officeart/2016/7/layout/RepeatingBendingProcessNew"/>
    <dgm:cxn modelId="{F3DD400B-4D9D-4966-A080-462B85996C8F}" type="presOf" srcId="{6EE6DEE0-F4BD-47F9-B528-A5BEE2171E19}" destId="{011E9847-4D88-4133-9EB0-E672C737B34C}" srcOrd="0" destOrd="0" presId="urn:microsoft.com/office/officeart/2016/7/layout/RepeatingBendingProcessNew"/>
    <dgm:cxn modelId="{8B41FF10-61FF-4466-AC2F-1AF0713CFF08}" type="presOf" srcId="{891E4AE5-B739-49C7-B783-FB56053E365D}" destId="{826C1B5E-6521-4A8C-9BA8-AF8E46FA338C}" srcOrd="0" destOrd="0" presId="urn:microsoft.com/office/officeart/2016/7/layout/RepeatingBendingProcessNew"/>
    <dgm:cxn modelId="{C2492318-6A60-4EA7-B7B8-FBEAF48DB3E8}" type="presOf" srcId="{98C9CA88-9BC0-4770-B118-213C4E27B2CD}" destId="{C3D0B71F-ACEC-4AD7-9DEE-3A3F9DF2F414}" srcOrd="0" destOrd="0" presId="urn:microsoft.com/office/officeart/2016/7/layout/RepeatingBendingProcessNew"/>
    <dgm:cxn modelId="{8842E31D-C139-4532-8DD9-8527D2F244AC}" type="presOf" srcId="{9A8AD41E-0E73-412C-974A-C559AA75F397}" destId="{D0B27E80-535B-4A68-B852-FE4AF77DFDE7}" srcOrd="0" destOrd="0" presId="urn:microsoft.com/office/officeart/2016/7/layout/RepeatingBendingProcessNew"/>
    <dgm:cxn modelId="{C569371E-4942-4BCD-BDF6-841B2A6AD86E}" srcId="{556D9C5F-9829-4839-9F73-CDD644423A20}" destId="{734CCAC8-2E5D-438C-B952-6D8DAFCDD406}" srcOrd="6" destOrd="0" parTransId="{6546EEDB-715B-4487-BE7F-7847A046378C}" sibTransId="{BB61302C-0519-4BE6-A205-DDC3DBAC3644}"/>
    <dgm:cxn modelId="{EE080725-EE60-4EDD-B273-6AD37E6C878E}" type="presOf" srcId="{2F6134F5-415B-4D37-9FFE-B72288990605}" destId="{3AD920E0-9ECA-4319-A344-D8F1F1ECEB00}" srcOrd="0" destOrd="0" presId="urn:microsoft.com/office/officeart/2016/7/layout/RepeatingBendingProcessNew"/>
    <dgm:cxn modelId="{921AB625-A4DA-449F-860D-6A526C18E34E}" srcId="{556D9C5F-9829-4839-9F73-CDD644423A20}" destId="{3884B098-32AD-449D-97BE-79A89BD2111C}" srcOrd="4" destOrd="0" parTransId="{753F4F5D-C403-477F-9CB2-D4D949562776}" sibTransId="{11B7A273-5A1B-4913-8635-048FC0464BAB}"/>
    <dgm:cxn modelId="{17D90B29-3D74-4516-848E-1E75996B0C20}" type="presOf" srcId="{F8779E58-D16A-4FA9-9238-03DFCCB16F1E}" destId="{CA055A16-29DE-46DB-8D9A-7D29B547E65E}" srcOrd="1" destOrd="0" presId="urn:microsoft.com/office/officeart/2016/7/layout/RepeatingBendingProcessNew"/>
    <dgm:cxn modelId="{62CCF22A-F888-4D69-B3C6-F74E30248B34}" srcId="{556D9C5F-9829-4839-9F73-CDD644423A20}" destId="{59B90E22-5A3A-4169-B60C-898572622D37}" srcOrd="7" destOrd="0" parTransId="{B3B5AF6A-84D3-4CC7-B08C-8D00C76F6130}" sibTransId="{63829C50-A179-4AAF-8DD0-D8B961986134}"/>
    <dgm:cxn modelId="{50106F2D-FB26-458B-9EE9-29678D59E935}" type="presOf" srcId="{25B3C8B9-988D-4788-9073-4AB7E5100515}" destId="{541868F1-1874-410A-902E-D1C63C2B0186}" srcOrd="0" destOrd="2" presId="urn:microsoft.com/office/officeart/2016/7/layout/RepeatingBendingProcessNew"/>
    <dgm:cxn modelId="{E42D762F-A639-4712-B877-48A99A4B6708}" type="presOf" srcId="{E7CFA253-5E03-4EAD-AB05-A0B9006FA984}" destId="{F0F6753E-75E9-4C60-8860-5640C8432D0A}" srcOrd="0" destOrd="0" presId="urn:microsoft.com/office/officeart/2016/7/layout/RepeatingBendingProcessNew"/>
    <dgm:cxn modelId="{4DE22E37-64C9-439B-98D1-14F10CACA3B1}" type="presOf" srcId="{59E21BE0-8D2B-4E9C-996A-E45CF4502F8C}" destId="{541868F1-1874-410A-902E-D1C63C2B0186}" srcOrd="0" destOrd="1" presId="urn:microsoft.com/office/officeart/2016/7/layout/RepeatingBendingProcessNew"/>
    <dgm:cxn modelId="{BB83003A-0D12-4263-B955-70F583666F98}" type="presOf" srcId="{2FD336D8-3AB6-4FF9-8E38-F9B4B15AF0EC}" destId="{12F76AC1-A648-445F-B30F-43A7A3F41DE9}" srcOrd="1" destOrd="0" presId="urn:microsoft.com/office/officeart/2016/7/layout/RepeatingBendingProcessNew"/>
    <dgm:cxn modelId="{9E66DC5D-5041-483F-8A0C-BE88134DAB62}" type="presOf" srcId="{3884B098-32AD-449D-97BE-79A89BD2111C}" destId="{C42D7019-09AC-4463-B8A0-7BBD70042C14}" srcOrd="0" destOrd="0" presId="urn:microsoft.com/office/officeart/2016/7/layout/RepeatingBendingProcessNew"/>
    <dgm:cxn modelId="{8BDAFC42-857F-435A-ADF4-984D6819B00F}" type="presOf" srcId="{734CCAC8-2E5D-438C-B952-6D8DAFCDD406}" destId="{541868F1-1874-410A-902E-D1C63C2B0186}" srcOrd="0" destOrd="0" presId="urn:microsoft.com/office/officeart/2016/7/layout/RepeatingBendingProcessNew"/>
    <dgm:cxn modelId="{0E23386B-1BDA-4FEF-9856-80DCA91F7216}" type="presOf" srcId="{E7CFA253-5E03-4EAD-AB05-A0B9006FA984}" destId="{916D0658-7C6A-45BF-9532-F135C3731EF1}" srcOrd="1" destOrd="0" presId="urn:microsoft.com/office/officeart/2016/7/layout/RepeatingBendingProcessNew"/>
    <dgm:cxn modelId="{8F612E6F-EA12-4242-9ABE-3EAC031C265D}" type="presOf" srcId="{59EACAEC-386A-4EBC-A137-39CF485F4F48}" destId="{AA9AA930-A041-463A-92AC-37B2A01C66AB}" srcOrd="0" destOrd="0" presId="urn:microsoft.com/office/officeart/2016/7/layout/RepeatingBendingProcessNew"/>
    <dgm:cxn modelId="{13BF4276-23CE-4850-B80F-9DCE93E54AB1}" type="presOf" srcId="{59B90E22-5A3A-4169-B60C-898572622D37}" destId="{11B7F21A-08E7-4CC6-A386-2634A2D1CA37}" srcOrd="0" destOrd="0" presId="urn:microsoft.com/office/officeart/2016/7/layout/RepeatingBendingProcessNew"/>
    <dgm:cxn modelId="{0FB7295A-0FC9-4C7F-B97C-B91AA19BB476}" srcId="{556D9C5F-9829-4839-9F73-CDD644423A20}" destId="{98C9CA88-9BC0-4770-B118-213C4E27B2CD}" srcOrd="2" destOrd="0" parTransId="{8AE8FCC3-396E-4C91-99A6-3FE7BE4ED32D}" sibTransId="{0849050E-DB24-4717-9FB3-C414BE542344}"/>
    <dgm:cxn modelId="{6EC46785-42C7-40E8-BB10-37366A2EBE95}" srcId="{556D9C5F-9829-4839-9F73-CDD644423A20}" destId="{9A8AD41E-0E73-412C-974A-C559AA75F397}" srcOrd="5" destOrd="0" parTransId="{87F1B1D9-0442-4CAF-B179-521EE400B450}" sibTransId="{E7CFA253-5E03-4EAD-AB05-A0B9006FA984}"/>
    <dgm:cxn modelId="{0B099D90-53A3-4607-971D-E804D784A482}" srcId="{556D9C5F-9829-4839-9F73-CDD644423A20}" destId="{2F6134F5-415B-4D37-9FFE-B72288990605}" srcOrd="0" destOrd="0" parTransId="{BA0C436B-D34B-43E1-A2B2-21136D2BC537}" sibTransId="{59EACAEC-386A-4EBC-A137-39CF485F4F48}"/>
    <dgm:cxn modelId="{3FD73FA1-999C-42F8-9408-754D0C43865B}" type="presOf" srcId="{2FD336D8-3AB6-4FF9-8E38-F9B4B15AF0EC}" destId="{A99A91D9-0351-487E-B1EE-F8CA0A7A5D9F}" srcOrd="0" destOrd="0" presId="urn:microsoft.com/office/officeart/2016/7/layout/RepeatingBendingProcessNew"/>
    <dgm:cxn modelId="{87B9F3AC-749C-440D-A494-620EA07151B7}" srcId="{734CCAC8-2E5D-438C-B952-6D8DAFCDD406}" destId="{25B3C8B9-988D-4788-9073-4AB7E5100515}" srcOrd="1" destOrd="0" parTransId="{9CA6CD71-29CB-40F3-8371-FE92AABAA24D}" sibTransId="{162B80BC-6993-44FF-98A7-4F02BE435376}"/>
    <dgm:cxn modelId="{E89527AD-011E-4B2D-B457-560EBA6203D2}" srcId="{734CCAC8-2E5D-438C-B952-6D8DAFCDD406}" destId="{3F578BC6-20C0-449F-A0AB-6ED2C370CB7E}" srcOrd="2" destOrd="0" parTransId="{2C25FEA5-4DE2-457C-B800-F07162156FA4}" sibTransId="{FB71C600-857B-4F0C-9923-945661133542}"/>
    <dgm:cxn modelId="{56245CAE-C824-47F8-A8B1-83FFD80F786A}" type="presOf" srcId="{0849050E-DB24-4717-9FB3-C414BE542344}" destId="{5D1EC5B3-2D2D-4092-B4CD-3C9F5370F889}" srcOrd="0" destOrd="0" presId="urn:microsoft.com/office/officeart/2016/7/layout/RepeatingBendingProcessNew"/>
    <dgm:cxn modelId="{BB0FBAB4-96F2-4BFE-A5AC-ED1B56D30710}" type="presOf" srcId="{3F578BC6-20C0-449F-A0AB-6ED2C370CB7E}" destId="{541868F1-1874-410A-902E-D1C63C2B0186}" srcOrd="0" destOrd="3" presId="urn:microsoft.com/office/officeart/2016/7/layout/RepeatingBendingProcessNew"/>
    <dgm:cxn modelId="{F73B99BF-071A-45F6-B292-F7ED7040770B}" srcId="{556D9C5F-9829-4839-9F73-CDD644423A20}" destId="{891E4AE5-B739-49C7-B783-FB56053E365D}" srcOrd="3" destOrd="0" parTransId="{7825337F-EC1E-46C2-A1C7-6861F3AD85D0}" sibTransId="{2FD336D8-3AB6-4FF9-8E38-F9B4B15AF0EC}"/>
    <dgm:cxn modelId="{F4E666C1-4920-4945-8BCC-E23B6E7CE7AA}" type="presOf" srcId="{11B7A273-5A1B-4913-8635-048FC0464BAB}" destId="{DDAB5257-7B63-4541-9DBE-42FDDD8B4D21}" srcOrd="0" destOrd="0" presId="urn:microsoft.com/office/officeart/2016/7/layout/RepeatingBendingProcessNew"/>
    <dgm:cxn modelId="{F97F72C9-1C9D-4FD6-A9B7-FDD6E4A95659}" type="presOf" srcId="{0849050E-DB24-4717-9FB3-C414BE542344}" destId="{E5E19ECA-70EC-4835-8F19-0305E3847EBA}" srcOrd="1" destOrd="0" presId="urn:microsoft.com/office/officeart/2016/7/layout/RepeatingBendingProcessNew"/>
    <dgm:cxn modelId="{500028D3-B970-42BF-A2B0-641BB14DB0C5}" type="presOf" srcId="{BB61302C-0519-4BE6-A205-DDC3DBAC3644}" destId="{5C091165-9B2A-4493-8629-99632DC4DBA5}" srcOrd="1" destOrd="0" presId="urn:microsoft.com/office/officeart/2016/7/layout/RepeatingBendingProcessNew"/>
    <dgm:cxn modelId="{BC1C84D3-537A-489F-9956-0D624D23E928}" srcId="{734CCAC8-2E5D-438C-B952-6D8DAFCDD406}" destId="{59E21BE0-8D2B-4E9C-996A-E45CF4502F8C}" srcOrd="0" destOrd="0" parTransId="{8F00271A-FF47-4051-9CB4-5A42AF50B737}" sibTransId="{365E6AF3-2703-43A7-8F00-4F656A987C86}"/>
    <dgm:cxn modelId="{50627DD6-0337-4C82-B68F-6D45436AA31C}" type="presOf" srcId="{BB61302C-0519-4BE6-A205-DDC3DBAC3644}" destId="{18BA0E24-C8F3-4869-A54E-77C2681527BD}" srcOrd="0" destOrd="0" presId="urn:microsoft.com/office/officeart/2016/7/layout/RepeatingBendingProcessNew"/>
    <dgm:cxn modelId="{33A941D7-623C-4F13-B18E-CA327097B826}" type="presOf" srcId="{F8779E58-D16A-4FA9-9238-03DFCCB16F1E}" destId="{5F9B2596-F38F-489E-9A90-86A7E45D4C5C}" srcOrd="0" destOrd="0" presId="urn:microsoft.com/office/officeart/2016/7/layout/RepeatingBendingProcessNew"/>
    <dgm:cxn modelId="{7CF430DD-6DC9-40C2-955D-E081B0F7DFAA}" type="presOf" srcId="{556D9C5F-9829-4839-9F73-CDD644423A20}" destId="{05FAF876-1F23-40F2-AB28-E7423BC3D2AA}" srcOrd="0" destOrd="0" presId="urn:microsoft.com/office/officeart/2016/7/layout/RepeatingBendingProcessNew"/>
    <dgm:cxn modelId="{855C98E1-36BB-4033-B172-928012F48DB8}" type="presOf" srcId="{11B7A273-5A1B-4913-8635-048FC0464BAB}" destId="{10A11C0D-8562-42F8-89E8-122FE39822CD}" srcOrd="1" destOrd="0" presId="urn:microsoft.com/office/officeart/2016/7/layout/RepeatingBendingProcessNew"/>
    <dgm:cxn modelId="{319854F3-D251-442C-A2FD-8E93C180C390}" srcId="{556D9C5F-9829-4839-9F73-CDD644423A20}" destId="{6EE6DEE0-F4BD-47F9-B528-A5BEE2171E19}" srcOrd="1" destOrd="0" parTransId="{77C9C428-42DD-4327-A8F8-DDC2E7CAAB18}" sibTransId="{F8779E58-D16A-4FA9-9238-03DFCCB16F1E}"/>
    <dgm:cxn modelId="{4A99175E-6FD2-4E52-BF38-DF1C8CD7D330}" type="presParOf" srcId="{05FAF876-1F23-40F2-AB28-E7423BC3D2AA}" destId="{3AD920E0-9ECA-4319-A344-D8F1F1ECEB00}" srcOrd="0" destOrd="0" presId="urn:microsoft.com/office/officeart/2016/7/layout/RepeatingBendingProcessNew"/>
    <dgm:cxn modelId="{6BB03E27-5E47-4C39-8F26-3ECD35EFCE66}" type="presParOf" srcId="{05FAF876-1F23-40F2-AB28-E7423BC3D2AA}" destId="{AA9AA930-A041-463A-92AC-37B2A01C66AB}" srcOrd="1" destOrd="0" presId="urn:microsoft.com/office/officeart/2016/7/layout/RepeatingBendingProcessNew"/>
    <dgm:cxn modelId="{3239DFB9-E29A-454C-996F-0E5325FADDA2}" type="presParOf" srcId="{AA9AA930-A041-463A-92AC-37B2A01C66AB}" destId="{C4D003DC-763D-454D-91F4-99A3B18A6321}" srcOrd="0" destOrd="0" presId="urn:microsoft.com/office/officeart/2016/7/layout/RepeatingBendingProcessNew"/>
    <dgm:cxn modelId="{1C5599EF-9D98-4C70-AD1E-5EC9E7BE0896}" type="presParOf" srcId="{05FAF876-1F23-40F2-AB28-E7423BC3D2AA}" destId="{011E9847-4D88-4133-9EB0-E672C737B34C}" srcOrd="2" destOrd="0" presId="urn:microsoft.com/office/officeart/2016/7/layout/RepeatingBendingProcessNew"/>
    <dgm:cxn modelId="{8530F2ED-7582-41BD-8000-F3979F0A9334}" type="presParOf" srcId="{05FAF876-1F23-40F2-AB28-E7423BC3D2AA}" destId="{5F9B2596-F38F-489E-9A90-86A7E45D4C5C}" srcOrd="3" destOrd="0" presId="urn:microsoft.com/office/officeart/2016/7/layout/RepeatingBendingProcessNew"/>
    <dgm:cxn modelId="{329DF59C-398A-43E2-A73A-3BFC829C9AEE}" type="presParOf" srcId="{5F9B2596-F38F-489E-9A90-86A7E45D4C5C}" destId="{CA055A16-29DE-46DB-8D9A-7D29B547E65E}" srcOrd="0" destOrd="0" presId="urn:microsoft.com/office/officeart/2016/7/layout/RepeatingBendingProcessNew"/>
    <dgm:cxn modelId="{A7D993D8-D55D-483D-A5FF-C7E93F99108A}" type="presParOf" srcId="{05FAF876-1F23-40F2-AB28-E7423BC3D2AA}" destId="{C3D0B71F-ACEC-4AD7-9DEE-3A3F9DF2F414}" srcOrd="4" destOrd="0" presId="urn:microsoft.com/office/officeart/2016/7/layout/RepeatingBendingProcessNew"/>
    <dgm:cxn modelId="{BA641A59-25D9-4E34-B2BD-D349EED9945A}" type="presParOf" srcId="{05FAF876-1F23-40F2-AB28-E7423BC3D2AA}" destId="{5D1EC5B3-2D2D-4092-B4CD-3C9F5370F889}" srcOrd="5" destOrd="0" presId="urn:microsoft.com/office/officeart/2016/7/layout/RepeatingBendingProcessNew"/>
    <dgm:cxn modelId="{0916EE1E-DBC7-4714-A849-B2F408903822}" type="presParOf" srcId="{5D1EC5B3-2D2D-4092-B4CD-3C9F5370F889}" destId="{E5E19ECA-70EC-4835-8F19-0305E3847EBA}" srcOrd="0" destOrd="0" presId="urn:microsoft.com/office/officeart/2016/7/layout/RepeatingBendingProcessNew"/>
    <dgm:cxn modelId="{22476F05-A66E-4E88-8772-05CF0E59C77D}" type="presParOf" srcId="{05FAF876-1F23-40F2-AB28-E7423BC3D2AA}" destId="{826C1B5E-6521-4A8C-9BA8-AF8E46FA338C}" srcOrd="6" destOrd="0" presId="urn:microsoft.com/office/officeart/2016/7/layout/RepeatingBendingProcessNew"/>
    <dgm:cxn modelId="{62F34DDB-A4E8-4619-8BDE-79E05D5178A6}" type="presParOf" srcId="{05FAF876-1F23-40F2-AB28-E7423BC3D2AA}" destId="{A99A91D9-0351-487E-B1EE-F8CA0A7A5D9F}" srcOrd="7" destOrd="0" presId="urn:microsoft.com/office/officeart/2016/7/layout/RepeatingBendingProcessNew"/>
    <dgm:cxn modelId="{74065D7B-C3B6-4CC3-9263-8F9771B7B28B}" type="presParOf" srcId="{A99A91D9-0351-487E-B1EE-F8CA0A7A5D9F}" destId="{12F76AC1-A648-445F-B30F-43A7A3F41DE9}" srcOrd="0" destOrd="0" presId="urn:microsoft.com/office/officeart/2016/7/layout/RepeatingBendingProcessNew"/>
    <dgm:cxn modelId="{46162541-1A2E-4F4A-872F-0DCDA75F193B}" type="presParOf" srcId="{05FAF876-1F23-40F2-AB28-E7423BC3D2AA}" destId="{C42D7019-09AC-4463-B8A0-7BBD70042C14}" srcOrd="8" destOrd="0" presId="urn:microsoft.com/office/officeart/2016/7/layout/RepeatingBendingProcessNew"/>
    <dgm:cxn modelId="{62B0BD03-3EE9-461B-9700-CFF2B1EB0356}" type="presParOf" srcId="{05FAF876-1F23-40F2-AB28-E7423BC3D2AA}" destId="{DDAB5257-7B63-4541-9DBE-42FDDD8B4D21}" srcOrd="9" destOrd="0" presId="urn:microsoft.com/office/officeart/2016/7/layout/RepeatingBendingProcessNew"/>
    <dgm:cxn modelId="{5E2102B6-47E4-472C-86C7-139EA550CC04}" type="presParOf" srcId="{DDAB5257-7B63-4541-9DBE-42FDDD8B4D21}" destId="{10A11C0D-8562-42F8-89E8-122FE39822CD}" srcOrd="0" destOrd="0" presId="urn:microsoft.com/office/officeart/2016/7/layout/RepeatingBendingProcessNew"/>
    <dgm:cxn modelId="{2592FCE6-E5F8-49F3-9E06-F30978963BEE}" type="presParOf" srcId="{05FAF876-1F23-40F2-AB28-E7423BC3D2AA}" destId="{D0B27E80-535B-4A68-B852-FE4AF77DFDE7}" srcOrd="10" destOrd="0" presId="urn:microsoft.com/office/officeart/2016/7/layout/RepeatingBendingProcessNew"/>
    <dgm:cxn modelId="{608EA95A-5B85-43C9-9465-9315A0269286}" type="presParOf" srcId="{05FAF876-1F23-40F2-AB28-E7423BC3D2AA}" destId="{F0F6753E-75E9-4C60-8860-5640C8432D0A}" srcOrd="11" destOrd="0" presId="urn:microsoft.com/office/officeart/2016/7/layout/RepeatingBendingProcessNew"/>
    <dgm:cxn modelId="{30223B6D-74A0-4F7D-8D7B-1A6A45EB4EBC}" type="presParOf" srcId="{F0F6753E-75E9-4C60-8860-5640C8432D0A}" destId="{916D0658-7C6A-45BF-9532-F135C3731EF1}" srcOrd="0" destOrd="0" presId="urn:microsoft.com/office/officeart/2016/7/layout/RepeatingBendingProcessNew"/>
    <dgm:cxn modelId="{06D11836-C3BB-43E8-AF34-876338552556}" type="presParOf" srcId="{05FAF876-1F23-40F2-AB28-E7423BC3D2AA}" destId="{541868F1-1874-410A-902E-D1C63C2B0186}" srcOrd="12" destOrd="0" presId="urn:microsoft.com/office/officeart/2016/7/layout/RepeatingBendingProcessNew"/>
    <dgm:cxn modelId="{50059BD1-B04B-4800-8964-B75976011B32}" type="presParOf" srcId="{05FAF876-1F23-40F2-AB28-E7423BC3D2AA}" destId="{18BA0E24-C8F3-4869-A54E-77C2681527BD}" srcOrd="13" destOrd="0" presId="urn:microsoft.com/office/officeart/2016/7/layout/RepeatingBendingProcessNew"/>
    <dgm:cxn modelId="{1121B109-438D-491D-89B9-0AD4A19023CB}" type="presParOf" srcId="{18BA0E24-C8F3-4869-A54E-77C2681527BD}" destId="{5C091165-9B2A-4493-8629-99632DC4DBA5}" srcOrd="0" destOrd="0" presId="urn:microsoft.com/office/officeart/2016/7/layout/RepeatingBendingProcessNew"/>
    <dgm:cxn modelId="{8450BF67-0BBB-4905-B6F3-DBD43E0A59F9}" type="presParOf" srcId="{05FAF876-1F23-40F2-AB28-E7423BC3D2AA}" destId="{11B7F21A-08E7-4CC6-A386-2634A2D1CA37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52FCF5BD-157D-4889-A4A0-E7A755A86C6A}" type="doc">
      <dgm:prSet loTypeId="urn:microsoft.com/office/officeart/2016/7/layout/RepeatingBendingProcessNew" loCatId="process" qsTypeId="urn:microsoft.com/office/officeart/2005/8/quickstyle/simple2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B915C0C4-03E5-47D7-9C7D-DA08DA44EFC1}">
      <dgm:prSet/>
      <dgm:spPr/>
      <dgm:t>
        <a:bodyPr/>
        <a:lstStyle/>
        <a:p>
          <a:r>
            <a:rPr lang="en-US" b="1"/>
            <a:t>Scenario: The university can only support 20 at-risk students.</a:t>
          </a:r>
          <a:endParaRPr lang="en-US"/>
        </a:p>
      </dgm:t>
    </dgm:pt>
    <dgm:pt modelId="{4A3A99DE-1440-4216-99D4-698CD493FC7A}" type="parTrans" cxnId="{B95AFA13-B672-466B-8412-441EAC524450}">
      <dgm:prSet/>
      <dgm:spPr/>
      <dgm:t>
        <a:bodyPr/>
        <a:lstStyle/>
        <a:p>
          <a:endParaRPr lang="en-US"/>
        </a:p>
      </dgm:t>
    </dgm:pt>
    <dgm:pt modelId="{1A518225-2682-454A-93BF-7CD11155BAAF}" type="sibTrans" cxnId="{B95AFA13-B672-466B-8412-441EAC524450}">
      <dgm:prSet/>
      <dgm:spPr/>
      <dgm:t>
        <a:bodyPr/>
        <a:lstStyle/>
        <a:p>
          <a:endParaRPr lang="en-US"/>
        </a:p>
      </dgm:t>
    </dgm:pt>
    <dgm:pt modelId="{E0C443DF-769F-4F6A-A8DA-DA4A483F36E4}">
      <dgm:prSet/>
      <dgm:spPr/>
      <dgm:t>
        <a:bodyPr/>
        <a:lstStyle/>
        <a:p>
          <a:r>
            <a:rPr lang="en-US"/>
            <a:t>How do you decide who needs help most?</a:t>
          </a:r>
        </a:p>
      </dgm:t>
    </dgm:pt>
    <dgm:pt modelId="{D4C01E18-1760-40C9-AB5D-CB44DF8A6A12}" type="parTrans" cxnId="{7941CB85-A73F-4B6D-AC3F-CC92501DF1B9}">
      <dgm:prSet/>
      <dgm:spPr/>
      <dgm:t>
        <a:bodyPr/>
        <a:lstStyle/>
        <a:p>
          <a:endParaRPr lang="en-US"/>
        </a:p>
      </dgm:t>
    </dgm:pt>
    <dgm:pt modelId="{88877AE9-77F8-4162-A212-F212F31153E9}" type="sibTrans" cxnId="{7941CB85-A73F-4B6D-AC3F-CC92501DF1B9}">
      <dgm:prSet/>
      <dgm:spPr/>
      <dgm:t>
        <a:bodyPr/>
        <a:lstStyle/>
        <a:p>
          <a:endParaRPr lang="en-US"/>
        </a:p>
      </dgm:t>
    </dgm:pt>
    <dgm:pt modelId="{C1B3046F-4A4A-40DA-BF04-CE8F4671F2F0}">
      <dgm:prSet/>
      <dgm:spPr/>
      <dgm:t>
        <a:bodyPr/>
        <a:lstStyle/>
        <a:p>
          <a:r>
            <a:rPr lang="en-US" b="1"/>
            <a:t>Use evidence from multiple variables:</a:t>
          </a:r>
          <a:endParaRPr lang="en-US"/>
        </a:p>
      </dgm:t>
    </dgm:pt>
    <dgm:pt modelId="{BC6032CE-46C2-4843-8F49-4B1D72F576E6}" type="parTrans" cxnId="{96EAF226-C54A-47D1-94A2-833B11271396}">
      <dgm:prSet/>
      <dgm:spPr/>
      <dgm:t>
        <a:bodyPr/>
        <a:lstStyle/>
        <a:p>
          <a:endParaRPr lang="en-US"/>
        </a:p>
      </dgm:t>
    </dgm:pt>
    <dgm:pt modelId="{B404CF05-DC62-41D7-A6DB-A699A78E05D6}" type="sibTrans" cxnId="{96EAF226-C54A-47D1-94A2-833B11271396}">
      <dgm:prSet/>
      <dgm:spPr/>
      <dgm:t>
        <a:bodyPr/>
        <a:lstStyle/>
        <a:p>
          <a:endParaRPr lang="en-US"/>
        </a:p>
      </dgm:t>
    </dgm:pt>
    <dgm:pt modelId="{C3B084DC-48D9-436A-A0D9-E859118FA390}">
      <dgm:prSet/>
      <dgm:spPr/>
      <dgm:t>
        <a:bodyPr/>
        <a:lstStyle/>
        <a:p>
          <a:r>
            <a:rPr lang="en-US"/>
            <a:t>Low study hours (below 8 hrs per week)</a:t>
          </a:r>
        </a:p>
      </dgm:t>
    </dgm:pt>
    <dgm:pt modelId="{09C01618-5A32-4446-9BC8-2DC503786383}" type="parTrans" cxnId="{6E6567C6-FA4F-497E-95B4-4E1CB8151675}">
      <dgm:prSet/>
      <dgm:spPr/>
      <dgm:t>
        <a:bodyPr/>
        <a:lstStyle/>
        <a:p>
          <a:endParaRPr lang="en-US"/>
        </a:p>
      </dgm:t>
    </dgm:pt>
    <dgm:pt modelId="{12928D02-F659-4027-94CB-E848AA0D3EBA}" type="sibTrans" cxnId="{6E6567C6-FA4F-497E-95B4-4E1CB8151675}">
      <dgm:prSet/>
      <dgm:spPr/>
      <dgm:t>
        <a:bodyPr/>
        <a:lstStyle/>
        <a:p>
          <a:endParaRPr lang="en-US"/>
        </a:p>
      </dgm:t>
    </dgm:pt>
    <dgm:pt modelId="{4F74F2F0-7260-4EB1-A861-0F257648F5BB}">
      <dgm:prSet/>
      <dgm:spPr/>
      <dgm:t>
        <a:bodyPr/>
        <a:lstStyle/>
        <a:p>
          <a:r>
            <a:rPr lang="en-US"/>
            <a:t>Low attendance (below 70%)</a:t>
          </a:r>
        </a:p>
      </dgm:t>
    </dgm:pt>
    <dgm:pt modelId="{E550E80C-0AA9-44AE-B7EF-DF195EE0DB40}" type="parTrans" cxnId="{338A871D-1D4A-4381-9075-C330E5914E23}">
      <dgm:prSet/>
      <dgm:spPr/>
      <dgm:t>
        <a:bodyPr/>
        <a:lstStyle/>
        <a:p>
          <a:endParaRPr lang="en-US"/>
        </a:p>
      </dgm:t>
    </dgm:pt>
    <dgm:pt modelId="{8A5747FC-E48A-4534-B614-9717F85496A5}" type="sibTrans" cxnId="{338A871D-1D4A-4381-9075-C330E5914E23}">
      <dgm:prSet/>
      <dgm:spPr/>
      <dgm:t>
        <a:bodyPr/>
        <a:lstStyle/>
        <a:p>
          <a:endParaRPr lang="en-US"/>
        </a:p>
      </dgm:t>
    </dgm:pt>
    <dgm:pt modelId="{8DF413D7-17AA-45C0-AA4B-A7B1EE68CB6D}">
      <dgm:prSet/>
      <dgm:spPr/>
      <dgm:t>
        <a:bodyPr/>
        <a:lstStyle/>
        <a:p>
          <a:r>
            <a:rPr lang="en-US"/>
            <a:t>Low assignment score (below 55)</a:t>
          </a:r>
        </a:p>
      </dgm:t>
    </dgm:pt>
    <dgm:pt modelId="{C934FE83-0AF6-4848-A407-4EEBAA33B20D}" type="parTrans" cxnId="{C210527E-B13E-4E4F-A57E-926EA02F23B6}">
      <dgm:prSet/>
      <dgm:spPr/>
      <dgm:t>
        <a:bodyPr/>
        <a:lstStyle/>
        <a:p>
          <a:endParaRPr lang="en-US"/>
        </a:p>
      </dgm:t>
    </dgm:pt>
    <dgm:pt modelId="{2DED33B5-71AC-48A0-BAE0-F45A3594A5D1}" type="sibTrans" cxnId="{C210527E-B13E-4E4F-A57E-926EA02F23B6}">
      <dgm:prSet/>
      <dgm:spPr/>
      <dgm:t>
        <a:bodyPr/>
        <a:lstStyle/>
        <a:p>
          <a:endParaRPr lang="en-US"/>
        </a:p>
      </dgm:t>
    </dgm:pt>
    <dgm:pt modelId="{62EA9247-BAD9-42DE-BB52-69E04051EE35}">
      <dgm:prSet/>
      <dgm:spPr/>
      <dgm:t>
        <a:bodyPr/>
        <a:lstStyle/>
        <a:p>
          <a:r>
            <a:rPr lang="en-US" b="1"/>
            <a:t>Statistical Approach:</a:t>
          </a:r>
          <a:endParaRPr lang="en-US"/>
        </a:p>
      </dgm:t>
    </dgm:pt>
    <dgm:pt modelId="{75017104-9A3A-4EFD-9541-CE60B64790BC}" type="parTrans" cxnId="{D9E346EB-6B2F-4F4B-9BE6-E42F3EB740EB}">
      <dgm:prSet/>
      <dgm:spPr/>
      <dgm:t>
        <a:bodyPr/>
        <a:lstStyle/>
        <a:p>
          <a:endParaRPr lang="en-US"/>
        </a:p>
      </dgm:t>
    </dgm:pt>
    <dgm:pt modelId="{A81D4067-0D83-4775-BC5C-00D0AE3D1C59}" type="sibTrans" cxnId="{D9E346EB-6B2F-4F4B-9BE6-E42F3EB740EB}">
      <dgm:prSet/>
      <dgm:spPr/>
      <dgm:t>
        <a:bodyPr/>
        <a:lstStyle/>
        <a:p>
          <a:endParaRPr lang="en-US"/>
        </a:p>
      </dgm:t>
    </dgm:pt>
    <dgm:pt modelId="{84B42A95-1432-4640-B025-BBFCDA89AF3F}">
      <dgm:prSet/>
      <dgm:spPr/>
      <dgm:t>
        <a:bodyPr/>
        <a:lstStyle/>
        <a:p>
          <a:r>
            <a:rPr lang="en-US"/>
            <a:t>Rank students by predicted exam score</a:t>
          </a:r>
        </a:p>
      </dgm:t>
    </dgm:pt>
    <dgm:pt modelId="{430E55BD-629B-4459-AA59-BBCDD6E0D918}" type="parTrans" cxnId="{42C24FA6-3561-4DBB-AF3A-05169A989D17}">
      <dgm:prSet/>
      <dgm:spPr/>
      <dgm:t>
        <a:bodyPr/>
        <a:lstStyle/>
        <a:p>
          <a:endParaRPr lang="en-US"/>
        </a:p>
      </dgm:t>
    </dgm:pt>
    <dgm:pt modelId="{581AA29E-8049-4F58-B0F4-D9D23965C206}" type="sibTrans" cxnId="{42C24FA6-3561-4DBB-AF3A-05169A989D17}">
      <dgm:prSet/>
      <dgm:spPr/>
      <dgm:t>
        <a:bodyPr/>
        <a:lstStyle/>
        <a:p>
          <a:endParaRPr lang="en-US"/>
        </a:p>
      </dgm:t>
    </dgm:pt>
    <dgm:pt modelId="{199545F2-A859-413C-98D9-91816344950C}">
      <dgm:prSet/>
      <dgm:spPr/>
      <dgm:t>
        <a:bodyPr/>
        <a:lstStyle/>
        <a:p>
          <a:r>
            <a:rPr lang="en-US"/>
            <a:t>Identify those predicted to score below 50%</a:t>
          </a:r>
        </a:p>
      </dgm:t>
    </dgm:pt>
    <dgm:pt modelId="{69E81962-7FF6-4694-B2BA-3F8EB4E035D4}" type="parTrans" cxnId="{82860FC7-BAD1-4CBD-AD09-E476AE060BDD}">
      <dgm:prSet/>
      <dgm:spPr/>
      <dgm:t>
        <a:bodyPr/>
        <a:lstStyle/>
        <a:p>
          <a:endParaRPr lang="en-US"/>
        </a:p>
      </dgm:t>
    </dgm:pt>
    <dgm:pt modelId="{CB52AE82-9F67-4FA7-B9C9-026558036698}" type="sibTrans" cxnId="{82860FC7-BAD1-4CBD-AD09-E476AE060BDD}">
      <dgm:prSet/>
      <dgm:spPr/>
      <dgm:t>
        <a:bodyPr/>
        <a:lstStyle/>
        <a:p>
          <a:endParaRPr lang="en-US"/>
        </a:p>
      </dgm:t>
    </dgm:pt>
    <dgm:pt modelId="{C68DFFB7-DC58-4E0E-A13B-EE8E2D4D1260}">
      <dgm:prSet/>
      <dgm:spPr/>
      <dgm:t>
        <a:bodyPr/>
        <a:lstStyle/>
        <a:p>
          <a:r>
            <a:rPr lang="en-US"/>
            <a:t>Investigate further: is the risk consistent across variables?</a:t>
          </a:r>
        </a:p>
      </dgm:t>
    </dgm:pt>
    <dgm:pt modelId="{0AA37C61-6ECF-4217-8685-A8291BEB5743}" type="parTrans" cxnId="{64975382-75D5-4FCC-AD29-17928AEF0791}">
      <dgm:prSet/>
      <dgm:spPr/>
      <dgm:t>
        <a:bodyPr/>
        <a:lstStyle/>
        <a:p>
          <a:endParaRPr lang="en-US"/>
        </a:p>
      </dgm:t>
    </dgm:pt>
    <dgm:pt modelId="{BBB76C13-7B32-4B5F-B76F-14AE74D22D99}" type="sibTrans" cxnId="{64975382-75D5-4FCC-AD29-17928AEF0791}">
      <dgm:prSet/>
      <dgm:spPr/>
      <dgm:t>
        <a:bodyPr/>
        <a:lstStyle/>
        <a:p>
          <a:endParaRPr lang="en-US"/>
        </a:p>
      </dgm:t>
    </dgm:pt>
    <dgm:pt modelId="{12591089-948E-4094-8974-60D90AEEA27E}">
      <dgm:prSet/>
      <dgm:spPr/>
      <dgm:t>
        <a:bodyPr/>
        <a:lstStyle/>
        <a:p>
          <a:r>
            <a:rPr lang="en-US" i="1"/>
            <a:t>Important: Every recommendation must be backed by evidence.</a:t>
          </a:r>
          <a:endParaRPr lang="en-US"/>
        </a:p>
      </dgm:t>
    </dgm:pt>
    <dgm:pt modelId="{188E580E-49BE-4E4B-AFA7-4E9698B97D49}" type="parTrans" cxnId="{1CCEF602-4D0B-43F4-AB41-E5896ED373B4}">
      <dgm:prSet/>
      <dgm:spPr/>
      <dgm:t>
        <a:bodyPr/>
        <a:lstStyle/>
        <a:p>
          <a:endParaRPr lang="en-US"/>
        </a:p>
      </dgm:t>
    </dgm:pt>
    <dgm:pt modelId="{B0794F54-8235-4667-9B1F-8A5EDE09C8E9}" type="sibTrans" cxnId="{1CCEF602-4D0B-43F4-AB41-E5896ED373B4}">
      <dgm:prSet/>
      <dgm:spPr/>
      <dgm:t>
        <a:bodyPr/>
        <a:lstStyle/>
        <a:p>
          <a:endParaRPr lang="en-US"/>
        </a:p>
      </dgm:t>
    </dgm:pt>
    <dgm:pt modelId="{D8CA3F65-BF6A-4AAE-B5DE-BF0972B73C9E}">
      <dgm:prSet/>
      <dgm:spPr/>
      <dgm:t>
        <a:bodyPr/>
        <a:lstStyle/>
        <a:p>
          <a:r>
            <a:rPr lang="en-US"/>
            <a:t>Opinion without data is just guessing.</a:t>
          </a:r>
        </a:p>
      </dgm:t>
    </dgm:pt>
    <dgm:pt modelId="{649C1766-03E6-4CFD-9A53-5E7D5C69AEA3}" type="parTrans" cxnId="{4F770081-9DFB-4DA1-A632-C101F602FF78}">
      <dgm:prSet/>
      <dgm:spPr/>
      <dgm:t>
        <a:bodyPr/>
        <a:lstStyle/>
        <a:p>
          <a:endParaRPr lang="en-US"/>
        </a:p>
      </dgm:t>
    </dgm:pt>
    <dgm:pt modelId="{4D81EEC8-0444-4834-87D3-CE8017021008}" type="sibTrans" cxnId="{4F770081-9DFB-4DA1-A632-C101F602FF78}">
      <dgm:prSet/>
      <dgm:spPr/>
      <dgm:t>
        <a:bodyPr/>
        <a:lstStyle/>
        <a:p>
          <a:endParaRPr lang="en-US"/>
        </a:p>
      </dgm:t>
    </dgm:pt>
    <dgm:pt modelId="{AC6B5795-D717-4624-AADC-369110E2234F}" type="pres">
      <dgm:prSet presAssocID="{52FCF5BD-157D-4889-A4A0-E7A755A86C6A}" presName="Name0" presStyleCnt="0">
        <dgm:presLayoutVars>
          <dgm:dir/>
          <dgm:resizeHandles val="exact"/>
        </dgm:presLayoutVars>
      </dgm:prSet>
      <dgm:spPr/>
    </dgm:pt>
    <dgm:pt modelId="{A370E2DE-65DD-4D72-AF50-977DD8CF6533}" type="pres">
      <dgm:prSet presAssocID="{B915C0C4-03E5-47D7-9C7D-DA08DA44EFC1}" presName="node" presStyleLbl="node1" presStyleIdx="0" presStyleCnt="6">
        <dgm:presLayoutVars>
          <dgm:bulletEnabled val="1"/>
        </dgm:presLayoutVars>
      </dgm:prSet>
      <dgm:spPr/>
    </dgm:pt>
    <dgm:pt modelId="{43963FC5-3A1D-4F9D-AA13-866B966553E4}" type="pres">
      <dgm:prSet presAssocID="{1A518225-2682-454A-93BF-7CD11155BAAF}" presName="sibTrans" presStyleLbl="sibTrans1D1" presStyleIdx="0" presStyleCnt="5"/>
      <dgm:spPr/>
    </dgm:pt>
    <dgm:pt modelId="{BDBD7696-8700-4134-8A02-EFECC320A16F}" type="pres">
      <dgm:prSet presAssocID="{1A518225-2682-454A-93BF-7CD11155BAAF}" presName="connectorText" presStyleLbl="sibTrans1D1" presStyleIdx="0" presStyleCnt="5"/>
      <dgm:spPr/>
    </dgm:pt>
    <dgm:pt modelId="{703BED6C-6317-4881-85C5-41B42214AE48}" type="pres">
      <dgm:prSet presAssocID="{E0C443DF-769F-4F6A-A8DA-DA4A483F36E4}" presName="node" presStyleLbl="node1" presStyleIdx="1" presStyleCnt="6">
        <dgm:presLayoutVars>
          <dgm:bulletEnabled val="1"/>
        </dgm:presLayoutVars>
      </dgm:prSet>
      <dgm:spPr/>
    </dgm:pt>
    <dgm:pt modelId="{2D0AC031-A139-4D56-9263-68E56FE137BE}" type="pres">
      <dgm:prSet presAssocID="{88877AE9-77F8-4162-A212-F212F31153E9}" presName="sibTrans" presStyleLbl="sibTrans1D1" presStyleIdx="1" presStyleCnt="5"/>
      <dgm:spPr/>
    </dgm:pt>
    <dgm:pt modelId="{1ACEC1D4-8441-42F8-AD2F-F0B2ACAAE823}" type="pres">
      <dgm:prSet presAssocID="{88877AE9-77F8-4162-A212-F212F31153E9}" presName="connectorText" presStyleLbl="sibTrans1D1" presStyleIdx="1" presStyleCnt="5"/>
      <dgm:spPr/>
    </dgm:pt>
    <dgm:pt modelId="{3B45F607-7236-498A-A2AC-541B71834EA4}" type="pres">
      <dgm:prSet presAssocID="{C1B3046F-4A4A-40DA-BF04-CE8F4671F2F0}" presName="node" presStyleLbl="node1" presStyleIdx="2" presStyleCnt="6">
        <dgm:presLayoutVars>
          <dgm:bulletEnabled val="1"/>
        </dgm:presLayoutVars>
      </dgm:prSet>
      <dgm:spPr/>
    </dgm:pt>
    <dgm:pt modelId="{E65852DF-C880-4F3E-9BBB-5CAE74C55214}" type="pres">
      <dgm:prSet presAssocID="{B404CF05-DC62-41D7-A6DB-A699A78E05D6}" presName="sibTrans" presStyleLbl="sibTrans1D1" presStyleIdx="2" presStyleCnt="5"/>
      <dgm:spPr/>
    </dgm:pt>
    <dgm:pt modelId="{DBB105E3-8FEB-4D2F-94D7-5E217AD08774}" type="pres">
      <dgm:prSet presAssocID="{B404CF05-DC62-41D7-A6DB-A699A78E05D6}" presName="connectorText" presStyleLbl="sibTrans1D1" presStyleIdx="2" presStyleCnt="5"/>
      <dgm:spPr/>
    </dgm:pt>
    <dgm:pt modelId="{E1F1B54F-DE12-44CD-AE2F-1D5AFE8257E2}" type="pres">
      <dgm:prSet presAssocID="{62EA9247-BAD9-42DE-BB52-69E04051EE35}" presName="node" presStyleLbl="node1" presStyleIdx="3" presStyleCnt="6">
        <dgm:presLayoutVars>
          <dgm:bulletEnabled val="1"/>
        </dgm:presLayoutVars>
      </dgm:prSet>
      <dgm:spPr/>
    </dgm:pt>
    <dgm:pt modelId="{F6530993-1228-4CC8-91D0-A6D509F27448}" type="pres">
      <dgm:prSet presAssocID="{A81D4067-0D83-4775-BC5C-00D0AE3D1C59}" presName="sibTrans" presStyleLbl="sibTrans1D1" presStyleIdx="3" presStyleCnt="5"/>
      <dgm:spPr/>
    </dgm:pt>
    <dgm:pt modelId="{A925425E-E06C-4405-BEAF-6765FC867B0F}" type="pres">
      <dgm:prSet presAssocID="{A81D4067-0D83-4775-BC5C-00D0AE3D1C59}" presName="connectorText" presStyleLbl="sibTrans1D1" presStyleIdx="3" presStyleCnt="5"/>
      <dgm:spPr/>
    </dgm:pt>
    <dgm:pt modelId="{1524F8C7-9B53-4716-AD7B-86F8320D68BB}" type="pres">
      <dgm:prSet presAssocID="{12591089-948E-4094-8974-60D90AEEA27E}" presName="node" presStyleLbl="node1" presStyleIdx="4" presStyleCnt="6">
        <dgm:presLayoutVars>
          <dgm:bulletEnabled val="1"/>
        </dgm:presLayoutVars>
      </dgm:prSet>
      <dgm:spPr/>
    </dgm:pt>
    <dgm:pt modelId="{BAC41FC6-7769-4B64-A822-FF554D9029CF}" type="pres">
      <dgm:prSet presAssocID="{B0794F54-8235-4667-9B1F-8A5EDE09C8E9}" presName="sibTrans" presStyleLbl="sibTrans1D1" presStyleIdx="4" presStyleCnt="5"/>
      <dgm:spPr/>
    </dgm:pt>
    <dgm:pt modelId="{609F2821-3BDB-4224-A280-7556EB33FD8B}" type="pres">
      <dgm:prSet presAssocID="{B0794F54-8235-4667-9B1F-8A5EDE09C8E9}" presName="connectorText" presStyleLbl="sibTrans1D1" presStyleIdx="4" presStyleCnt="5"/>
      <dgm:spPr/>
    </dgm:pt>
    <dgm:pt modelId="{7204EAAA-5079-4F04-9EF7-0DFED9D3EFA9}" type="pres">
      <dgm:prSet presAssocID="{D8CA3F65-BF6A-4AAE-B5DE-BF0972B73C9E}" presName="node" presStyleLbl="node1" presStyleIdx="5" presStyleCnt="6">
        <dgm:presLayoutVars>
          <dgm:bulletEnabled val="1"/>
        </dgm:presLayoutVars>
      </dgm:prSet>
      <dgm:spPr/>
    </dgm:pt>
  </dgm:ptLst>
  <dgm:cxnLst>
    <dgm:cxn modelId="{8DC43001-4E85-434F-B73B-8262C79498EE}" type="presOf" srcId="{C68DFFB7-DC58-4E0E-A13B-EE8E2D4D1260}" destId="{E1F1B54F-DE12-44CD-AE2F-1D5AFE8257E2}" srcOrd="0" destOrd="3" presId="urn:microsoft.com/office/officeart/2016/7/layout/RepeatingBendingProcessNew"/>
    <dgm:cxn modelId="{1CCEF602-4D0B-43F4-AB41-E5896ED373B4}" srcId="{52FCF5BD-157D-4889-A4A0-E7A755A86C6A}" destId="{12591089-948E-4094-8974-60D90AEEA27E}" srcOrd="4" destOrd="0" parTransId="{188E580E-49BE-4E4B-AFA7-4E9698B97D49}" sibTransId="{B0794F54-8235-4667-9B1F-8A5EDE09C8E9}"/>
    <dgm:cxn modelId="{D566AA0E-C82C-49B9-B418-F458D1C9013C}" type="presOf" srcId="{B915C0C4-03E5-47D7-9C7D-DA08DA44EFC1}" destId="{A370E2DE-65DD-4D72-AF50-977DD8CF6533}" srcOrd="0" destOrd="0" presId="urn:microsoft.com/office/officeart/2016/7/layout/RepeatingBendingProcessNew"/>
    <dgm:cxn modelId="{8C79770F-AFD8-4489-B8C7-6D72135256F8}" type="presOf" srcId="{199545F2-A859-413C-98D9-91816344950C}" destId="{E1F1B54F-DE12-44CD-AE2F-1D5AFE8257E2}" srcOrd="0" destOrd="2" presId="urn:microsoft.com/office/officeart/2016/7/layout/RepeatingBendingProcessNew"/>
    <dgm:cxn modelId="{B95AFA13-B672-466B-8412-441EAC524450}" srcId="{52FCF5BD-157D-4889-A4A0-E7A755A86C6A}" destId="{B915C0C4-03E5-47D7-9C7D-DA08DA44EFC1}" srcOrd="0" destOrd="0" parTransId="{4A3A99DE-1440-4216-99D4-698CD493FC7A}" sibTransId="{1A518225-2682-454A-93BF-7CD11155BAAF}"/>
    <dgm:cxn modelId="{338A871D-1D4A-4381-9075-C330E5914E23}" srcId="{C1B3046F-4A4A-40DA-BF04-CE8F4671F2F0}" destId="{4F74F2F0-7260-4EB1-A861-0F257648F5BB}" srcOrd="1" destOrd="0" parTransId="{E550E80C-0AA9-44AE-B7EF-DF195EE0DB40}" sibTransId="{8A5747FC-E48A-4534-B614-9717F85496A5}"/>
    <dgm:cxn modelId="{0C235025-8001-45ED-A46D-A712A2E3B5EF}" type="presOf" srcId="{88877AE9-77F8-4162-A212-F212F31153E9}" destId="{1ACEC1D4-8441-42F8-AD2F-F0B2ACAAE823}" srcOrd="1" destOrd="0" presId="urn:microsoft.com/office/officeart/2016/7/layout/RepeatingBendingProcessNew"/>
    <dgm:cxn modelId="{96EAF226-C54A-47D1-94A2-833B11271396}" srcId="{52FCF5BD-157D-4889-A4A0-E7A755A86C6A}" destId="{C1B3046F-4A4A-40DA-BF04-CE8F4671F2F0}" srcOrd="2" destOrd="0" parTransId="{BC6032CE-46C2-4843-8F49-4B1D72F576E6}" sibTransId="{B404CF05-DC62-41D7-A6DB-A699A78E05D6}"/>
    <dgm:cxn modelId="{8EA0B328-7469-4584-9171-5656AB0C61B7}" type="presOf" srcId="{62EA9247-BAD9-42DE-BB52-69E04051EE35}" destId="{E1F1B54F-DE12-44CD-AE2F-1D5AFE8257E2}" srcOrd="0" destOrd="0" presId="urn:microsoft.com/office/officeart/2016/7/layout/RepeatingBendingProcessNew"/>
    <dgm:cxn modelId="{1F26182A-CDE1-4DCB-B930-E864D82DBAB3}" type="presOf" srcId="{B0794F54-8235-4667-9B1F-8A5EDE09C8E9}" destId="{BAC41FC6-7769-4B64-A822-FF554D9029CF}" srcOrd="0" destOrd="0" presId="urn:microsoft.com/office/officeart/2016/7/layout/RepeatingBendingProcessNew"/>
    <dgm:cxn modelId="{D6E3FD34-85EB-4A39-8A85-5F5EFABFC6A9}" type="presOf" srcId="{88877AE9-77F8-4162-A212-F212F31153E9}" destId="{2D0AC031-A139-4D56-9263-68E56FE137BE}" srcOrd="0" destOrd="0" presId="urn:microsoft.com/office/officeart/2016/7/layout/RepeatingBendingProcessNew"/>
    <dgm:cxn modelId="{7A3CDE39-8E2B-41A6-8DC5-EFBA1129603E}" type="presOf" srcId="{C1B3046F-4A4A-40DA-BF04-CE8F4671F2F0}" destId="{3B45F607-7236-498A-A2AC-541B71834EA4}" srcOrd="0" destOrd="0" presId="urn:microsoft.com/office/officeart/2016/7/layout/RepeatingBendingProcessNew"/>
    <dgm:cxn modelId="{133D185D-02B3-4421-8925-2409E058BBD4}" type="presOf" srcId="{E0C443DF-769F-4F6A-A8DA-DA4A483F36E4}" destId="{703BED6C-6317-4881-85C5-41B42214AE48}" srcOrd="0" destOrd="0" presId="urn:microsoft.com/office/officeart/2016/7/layout/RepeatingBendingProcessNew"/>
    <dgm:cxn modelId="{6F01624D-F0EC-48E5-8B16-73828A806250}" type="presOf" srcId="{A81D4067-0D83-4775-BC5C-00D0AE3D1C59}" destId="{A925425E-E06C-4405-BEAF-6765FC867B0F}" srcOrd="1" destOrd="0" presId="urn:microsoft.com/office/officeart/2016/7/layout/RepeatingBendingProcessNew"/>
    <dgm:cxn modelId="{20F1CE4F-83FF-4925-AB8F-CE47A24ABD45}" type="presOf" srcId="{84B42A95-1432-4640-B025-BBFCDA89AF3F}" destId="{E1F1B54F-DE12-44CD-AE2F-1D5AFE8257E2}" srcOrd="0" destOrd="1" presId="urn:microsoft.com/office/officeart/2016/7/layout/RepeatingBendingProcessNew"/>
    <dgm:cxn modelId="{68D89973-0DE5-4C30-A44D-62EBE07FF2F4}" type="presOf" srcId="{A81D4067-0D83-4775-BC5C-00D0AE3D1C59}" destId="{F6530993-1228-4CC8-91D0-A6D509F27448}" srcOrd="0" destOrd="0" presId="urn:microsoft.com/office/officeart/2016/7/layout/RepeatingBendingProcessNew"/>
    <dgm:cxn modelId="{C210527E-B13E-4E4F-A57E-926EA02F23B6}" srcId="{C1B3046F-4A4A-40DA-BF04-CE8F4671F2F0}" destId="{8DF413D7-17AA-45C0-AA4B-A7B1EE68CB6D}" srcOrd="2" destOrd="0" parTransId="{C934FE83-0AF6-4848-A407-4EEBAA33B20D}" sibTransId="{2DED33B5-71AC-48A0-BAE0-F45A3594A5D1}"/>
    <dgm:cxn modelId="{4F770081-9DFB-4DA1-A632-C101F602FF78}" srcId="{52FCF5BD-157D-4889-A4A0-E7A755A86C6A}" destId="{D8CA3F65-BF6A-4AAE-B5DE-BF0972B73C9E}" srcOrd="5" destOrd="0" parTransId="{649C1766-03E6-4CFD-9A53-5E7D5C69AEA3}" sibTransId="{4D81EEC8-0444-4834-87D3-CE8017021008}"/>
    <dgm:cxn modelId="{64975382-75D5-4FCC-AD29-17928AEF0791}" srcId="{62EA9247-BAD9-42DE-BB52-69E04051EE35}" destId="{C68DFFB7-DC58-4E0E-A13B-EE8E2D4D1260}" srcOrd="2" destOrd="0" parTransId="{0AA37C61-6ECF-4217-8685-A8291BEB5743}" sibTransId="{BBB76C13-7B32-4B5F-B76F-14AE74D22D99}"/>
    <dgm:cxn modelId="{7941CB85-A73F-4B6D-AC3F-CC92501DF1B9}" srcId="{52FCF5BD-157D-4889-A4A0-E7A755A86C6A}" destId="{E0C443DF-769F-4F6A-A8DA-DA4A483F36E4}" srcOrd="1" destOrd="0" parTransId="{D4C01E18-1760-40C9-AB5D-CB44DF8A6A12}" sibTransId="{88877AE9-77F8-4162-A212-F212F31153E9}"/>
    <dgm:cxn modelId="{754DCD97-03E5-4355-9D6B-9F2D18E06976}" type="presOf" srcId="{4F74F2F0-7260-4EB1-A861-0F257648F5BB}" destId="{3B45F607-7236-498A-A2AC-541B71834EA4}" srcOrd="0" destOrd="2" presId="urn:microsoft.com/office/officeart/2016/7/layout/RepeatingBendingProcessNew"/>
    <dgm:cxn modelId="{57A00A99-41FA-402D-9B96-182F595A27AD}" type="presOf" srcId="{B404CF05-DC62-41D7-A6DB-A699A78E05D6}" destId="{E65852DF-C880-4F3E-9BBB-5CAE74C55214}" srcOrd="0" destOrd="0" presId="urn:microsoft.com/office/officeart/2016/7/layout/RepeatingBendingProcessNew"/>
    <dgm:cxn modelId="{42C24FA6-3561-4DBB-AF3A-05169A989D17}" srcId="{62EA9247-BAD9-42DE-BB52-69E04051EE35}" destId="{84B42A95-1432-4640-B025-BBFCDA89AF3F}" srcOrd="0" destOrd="0" parTransId="{430E55BD-629B-4459-AA59-BBCDD6E0D918}" sibTransId="{581AA29E-8049-4F58-B0F4-D9D23965C206}"/>
    <dgm:cxn modelId="{B58BA6A8-F7BA-4FEF-B85C-282D7662BCDE}" type="presOf" srcId="{C3B084DC-48D9-436A-A0D9-E859118FA390}" destId="{3B45F607-7236-498A-A2AC-541B71834EA4}" srcOrd="0" destOrd="1" presId="urn:microsoft.com/office/officeart/2016/7/layout/RepeatingBendingProcessNew"/>
    <dgm:cxn modelId="{052501AC-9C5C-4832-8F55-173A987FEE19}" type="presOf" srcId="{B0794F54-8235-4667-9B1F-8A5EDE09C8E9}" destId="{609F2821-3BDB-4224-A280-7556EB33FD8B}" srcOrd="1" destOrd="0" presId="urn:microsoft.com/office/officeart/2016/7/layout/RepeatingBendingProcessNew"/>
    <dgm:cxn modelId="{824F3AAF-296E-4E61-82FF-0E2443409534}" type="presOf" srcId="{1A518225-2682-454A-93BF-7CD11155BAAF}" destId="{43963FC5-3A1D-4F9D-AA13-866B966553E4}" srcOrd="0" destOrd="0" presId="urn:microsoft.com/office/officeart/2016/7/layout/RepeatingBendingProcessNew"/>
    <dgm:cxn modelId="{2A2791B0-3DE1-4FBB-A18B-50D2C7A5797C}" type="presOf" srcId="{8DF413D7-17AA-45C0-AA4B-A7B1EE68CB6D}" destId="{3B45F607-7236-498A-A2AC-541B71834EA4}" srcOrd="0" destOrd="3" presId="urn:microsoft.com/office/officeart/2016/7/layout/RepeatingBendingProcessNew"/>
    <dgm:cxn modelId="{6E6567C6-FA4F-497E-95B4-4E1CB8151675}" srcId="{C1B3046F-4A4A-40DA-BF04-CE8F4671F2F0}" destId="{C3B084DC-48D9-436A-A0D9-E859118FA390}" srcOrd="0" destOrd="0" parTransId="{09C01618-5A32-4446-9BC8-2DC503786383}" sibTransId="{12928D02-F659-4027-94CB-E848AA0D3EBA}"/>
    <dgm:cxn modelId="{82860FC7-BAD1-4CBD-AD09-E476AE060BDD}" srcId="{62EA9247-BAD9-42DE-BB52-69E04051EE35}" destId="{199545F2-A859-413C-98D9-91816344950C}" srcOrd="1" destOrd="0" parTransId="{69E81962-7FF6-4694-B2BA-3F8EB4E035D4}" sibTransId="{CB52AE82-9F67-4FA7-B9C9-026558036698}"/>
    <dgm:cxn modelId="{8BD405CB-6416-4916-9B85-CEF402609088}" type="presOf" srcId="{1A518225-2682-454A-93BF-7CD11155BAAF}" destId="{BDBD7696-8700-4134-8A02-EFECC320A16F}" srcOrd="1" destOrd="0" presId="urn:microsoft.com/office/officeart/2016/7/layout/RepeatingBendingProcessNew"/>
    <dgm:cxn modelId="{A3AAE0CD-C54D-4905-9CA6-783B7AE6FC62}" type="presOf" srcId="{B404CF05-DC62-41D7-A6DB-A699A78E05D6}" destId="{DBB105E3-8FEB-4D2F-94D7-5E217AD08774}" srcOrd="1" destOrd="0" presId="urn:microsoft.com/office/officeart/2016/7/layout/RepeatingBendingProcessNew"/>
    <dgm:cxn modelId="{6E180ED2-0C1C-46DD-B898-A55233018DC8}" type="presOf" srcId="{D8CA3F65-BF6A-4AAE-B5DE-BF0972B73C9E}" destId="{7204EAAA-5079-4F04-9EF7-0DFED9D3EFA9}" srcOrd="0" destOrd="0" presId="urn:microsoft.com/office/officeart/2016/7/layout/RepeatingBendingProcessNew"/>
    <dgm:cxn modelId="{C2963DE9-E51E-469C-849F-FCDA9D1F6981}" type="presOf" srcId="{52FCF5BD-157D-4889-A4A0-E7A755A86C6A}" destId="{AC6B5795-D717-4624-AADC-369110E2234F}" srcOrd="0" destOrd="0" presId="urn:microsoft.com/office/officeart/2016/7/layout/RepeatingBendingProcessNew"/>
    <dgm:cxn modelId="{D9E346EB-6B2F-4F4B-9BE6-E42F3EB740EB}" srcId="{52FCF5BD-157D-4889-A4A0-E7A755A86C6A}" destId="{62EA9247-BAD9-42DE-BB52-69E04051EE35}" srcOrd="3" destOrd="0" parTransId="{75017104-9A3A-4EFD-9541-CE60B64790BC}" sibTransId="{A81D4067-0D83-4775-BC5C-00D0AE3D1C59}"/>
    <dgm:cxn modelId="{81EDEDEC-537B-4E9A-AF12-007BA43A2DE6}" type="presOf" srcId="{12591089-948E-4094-8974-60D90AEEA27E}" destId="{1524F8C7-9B53-4716-AD7B-86F8320D68BB}" srcOrd="0" destOrd="0" presId="urn:microsoft.com/office/officeart/2016/7/layout/RepeatingBendingProcessNew"/>
    <dgm:cxn modelId="{42E65D57-631C-4020-AF32-C3BD74CD8F68}" type="presParOf" srcId="{AC6B5795-D717-4624-AADC-369110E2234F}" destId="{A370E2DE-65DD-4D72-AF50-977DD8CF6533}" srcOrd="0" destOrd="0" presId="urn:microsoft.com/office/officeart/2016/7/layout/RepeatingBendingProcessNew"/>
    <dgm:cxn modelId="{1256AC51-3FA8-4BA9-8438-88ECE9B2A5A0}" type="presParOf" srcId="{AC6B5795-D717-4624-AADC-369110E2234F}" destId="{43963FC5-3A1D-4F9D-AA13-866B966553E4}" srcOrd="1" destOrd="0" presId="urn:microsoft.com/office/officeart/2016/7/layout/RepeatingBendingProcessNew"/>
    <dgm:cxn modelId="{C0D19BFF-B5DC-444B-A43A-ED9C671952CB}" type="presParOf" srcId="{43963FC5-3A1D-4F9D-AA13-866B966553E4}" destId="{BDBD7696-8700-4134-8A02-EFECC320A16F}" srcOrd="0" destOrd="0" presId="urn:microsoft.com/office/officeart/2016/7/layout/RepeatingBendingProcessNew"/>
    <dgm:cxn modelId="{3BE251E6-A448-42CA-A07C-449B5828ED10}" type="presParOf" srcId="{AC6B5795-D717-4624-AADC-369110E2234F}" destId="{703BED6C-6317-4881-85C5-41B42214AE48}" srcOrd="2" destOrd="0" presId="urn:microsoft.com/office/officeart/2016/7/layout/RepeatingBendingProcessNew"/>
    <dgm:cxn modelId="{D9D2CD4C-B469-42D3-A377-5616394C8370}" type="presParOf" srcId="{AC6B5795-D717-4624-AADC-369110E2234F}" destId="{2D0AC031-A139-4D56-9263-68E56FE137BE}" srcOrd="3" destOrd="0" presId="urn:microsoft.com/office/officeart/2016/7/layout/RepeatingBendingProcessNew"/>
    <dgm:cxn modelId="{0A1DE987-9599-4D73-B555-88D0BB7577EE}" type="presParOf" srcId="{2D0AC031-A139-4D56-9263-68E56FE137BE}" destId="{1ACEC1D4-8441-42F8-AD2F-F0B2ACAAE823}" srcOrd="0" destOrd="0" presId="urn:microsoft.com/office/officeart/2016/7/layout/RepeatingBendingProcessNew"/>
    <dgm:cxn modelId="{239CB671-062D-45A6-8197-3976B0B55332}" type="presParOf" srcId="{AC6B5795-D717-4624-AADC-369110E2234F}" destId="{3B45F607-7236-498A-A2AC-541B71834EA4}" srcOrd="4" destOrd="0" presId="urn:microsoft.com/office/officeart/2016/7/layout/RepeatingBendingProcessNew"/>
    <dgm:cxn modelId="{247C0F31-D172-4146-9C91-8FE6DC0DE0B6}" type="presParOf" srcId="{AC6B5795-D717-4624-AADC-369110E2234F}" destId="{E65852DF-C880-4F3E-9BBB-5CAE74C55214}" srcOrd="5" destOrd="0" presId="urn:microsoft.com/office/officeart/2016/7/layout/RepeatingBendingProcessNew"/>
    <dgm:cxn modelId="{1EA5BB69-AEF1-4F80-B50F-E329B21D03A4}" type="presParOf" srcId="{E65852DF-C880-4F3E-9BBB-5CAE74C55214}" destId="{DBB105E3-8FEB-4D2F-94D7-5E217AD08774}" srcOrd="0" destOrd="0" presId="urn:microsoft.com/office/officeart/2016/7/layout/RepeatingBendingProcessNew"/>
    <dgm:cxn modelId="{B18FF293-3C02-4921-9B3E-95287852F2E6}" type="presParOf" srcId="{AC6B5795-D717-4624-AADC-369110E2234F}" destId="{E1F1B54F-DE12-44CD-AE2F-1D5AFE8257E2}" srcOrd="6" destOrd="0" presId="urn:microsoft.com/office/officeart/2016/7/layout/RepeatingBendingProcessNew"/>
    <dgm:cxn modelId="{447C28F9-185F-452D-B03C-1A86B901F247}" type="presParOf" srcId="{AC6B5795-D717-4624-AADC-369110E2234F}" destId="{F6530993-1228-4CC8-91D0-A6D509F27448}" srcOrd="7" destOrd="0" presId="urn:microsoft.com/office/officeart/2016/7/layout/RepeatingBendingProcessNew"/>
    <dgm:cxn modelId="{42D41EB8-E84C-4D00-A5C3-610BA59FB002}" type="presParOf" srcId="{F6530993-1228-4CC8-91D0-A6D509F27448}" destId="{A925425E-E06C-4405-BEAF-6765FC867B0F}" srcOrd="0" destOrd="0" presId="urn:microsoft.com/office/officeart/2016/7/layout/RepeatingBendingProcessNew"/>
    <dgm:cxn modelId="{C352E94F-05DF-478E-BBE4-A9DAE3BD5882}" type="presParOf" srcId="{AC6B5795-D717-4624-AADC-369110E2234F}" destId="{1524F8C7-9B53-4716-AD7B-86F8320D68BB}" srcOrd="8" destOrd="0" presId="urn:microsoft.com/office/officeart/2016/7/layout/RepeatingBendingProcessNew"/>
    <dgm:cxn modelId="{E730418A-E0B2-4C09-BF46-FF8146B8F086}" type="presParOf" srcId="{AC6B5795-D717-4624-AADC-369110E2234F}" destId="{BAC41FC6-7769-4B64-A822-FF554D9029CF}" srcOrd="9" destOrd="0" presId="urn:microsoft.com/office/officeart/2016/7/layout/RepeatingBendingProcessNew"/>
    <dgm:cxn modelId="{8138B743-5940-43AB-A619-8111955A0054}" type="presParOf" srcId="{BAC41FC6-7769-4B64-A822-FF554D9029CF}" destId="{609F2821-3BDB-4224-A280-7556EB33FD8B}" srcOrd="0" destOrd="0" presId="urn:microsoft.com/office/officeart/2016/7/layout/RepeatingBendingProcessNew"/>
    <dgm:cxn modelId="{09365441-4C36-493B-B6EC-2505FE369E8C}" type="presParOf" srcId="{AC6B5795-D717-4624-AADC-369110E2234F}" destId="{7204EAAA-5079-4F04-9EF7-0DFED9D3EFA9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88055909-6F25-4A2A-95FB-78F5112BA545}" type="doc">
      <dgm:prSet loTypeId="urn:microsoft.com/office/officeart/2005/8/layout/defaul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8A34CB4-C138-4720-A7F5-CC0A5D682434}">
      <dgm:prSet/>
      <dgm:spPr/>
      <dgm:t>
        <a:bodyPr/>
        <a:lstStyle/>
        <a:p>
          <a:r>
            <a:rPr lang="en-US" b="1"/>
            <a:t>You have just completed the process used by:</a:t>
          </a:r>
          <a:endParaRPr lang="en-US"/>
        </a:p>
      </dgm:t>
    </dgm:pt>
    <dgm:pt modelId="{4B9D7D21-BD21-40E2-9263-8F365B03AE71}" type="parTrans" cxnId="{A3C195CC-3860-4D20-A409-C498CEF444DE}">
      <dgm:prSet/>
      <dgm:spPr/>
      <dgm:t>
        <a:bodyPr/>
        <a:lstStyle/>
        <a:p>
          <a:endParaRPr lang="en-US"/>
        </a:p>
      </dgm:t>
    </dgm:pt>
    <dgm:pt modelId="{24707D36-F588-48E3-896D-28FD02753234}" type="sibTrans" cxnId="{A3C195CC-3860-4D20-A409-C498CEF444DE}">
      <dgm:prSet/>
      <dgm:spPr/>
      <dgm:t>
        <a:bodyPr/>
        <a:lstStyle/>
        <a:p>
          <a:endParaRPr lang="en-US"/>
        </a:p>
      </dgm:t>
    </dgm:pt>
    <dgm:pt modelId="{8FE27267-4502-45D8-918C-9791E0AF613A}">
      <dgm:prSet/>
      <dgm:spPr/>
      <dgm:t>
        <a:bodyPr/>
        <a:lstStyle/>
        <a:p>
          <a:r>
            <a:rPr lang="en-US"/>
            <a:t>Data Scientists   • Public Health Researchers</a:t>
          </a:r>
        </a:p>
      </dgm:t>
    </dgm:pt>
    <dgm:pt modelId="{5E252C6B-055B-4182-9AA7-609A27113194}" type="parTrans" cxnId="{B24729E8-2740-4899-90FE-110D67BEC8F5}">
      <dgm:prSet/>
      <dgm:spPr/>
      <dgm:t>
        <a:bodyPr/>
        <a:lstStyle/>
        <a:p>
          <a:endParaRPr lang="en-US"/>
        </a:p>
      </dgm:t>
    </dgm:pt>
    <dgm:pt modelId="{78A75066-3265-46C3-B529-41E47259E060}" type="sibTrans" cxnId="{B24729E8-2740-4899-90FE-110D67BEC8F5}">
      <dgm:prSet/>
      <dgm:spPr/>
      <dgm:t>
        <a:bodyPr/>
        <a:lstStyle/>
        <a:p>
          <a:endParaRPr lang="en-US"/>
        </a:p>
      </dgm:t>
    </dgm:pt>
    <dgm:pt modelId="{593FFDF9-D5E0-4EE4-8F99-E7A0AC561563}">
      <dgm:prSet/>
      <dgm:spPr/>
      <dgm:t>
        <a:bodyPr/>
        <a:lstStyle/>
        <a:p>
          <a:r>
            <a:rPr lang="en-US"/>
            <a:t>Business Analysts   • Economists   • AI Engineers</a:t>
          </a:r>
        </a:p>
      </dgm:t>
    </dgm:pt>
    <dgm:pt modelId="{3B907A33-DF9C-403D-80B5-106AF8F157FF}" type="parTrans" cxnId="{0F6ACE90-DBCC-46B7-92F6-5F607A618671}">
      <dgm:prSet/>
      <dgm:spPr/>
      <dgm:t>
        <a:bodyPr/>
        <a:lstStyle/>
        <a:p>
          <a:endParaRPr lang="en-US"/>
        </a:p>
      </dgm:t>
    </dgm:pt>
    <dgm:pt modelId="{71F0985C-F27C-42EA-A4B3-9D10C2136D7E}" type="sibTrans" cxnId="{0F6ACE90-DBCC-46B7-92F6-5F607A618671}">
      <dgm:prSet/>
      <dgm:spPr/>
      <dgm:t>
        <a:bodyPr/>
        <a:lstStyle/>
        <a:p>
          <a:endParaRPr lang="en-US"/>
        </a:p>
      </dgm:t>
    </dgm:pt>
    <dgm:pt modelId="{FCEA37EE-3BE7-4B30-83BF-E0BD43CCA289}">
      <dgm:prSet/>
      <dgm:spPr/>
      <dgm:t>
        <a:bodyPr/>
        <a:lstStyle/>
        <a:p>
          <a:r>
            <a:rPr lang="en-US" b="1"/>
            <a:t>The complete workflow:</a:t>
          </a:r>
          <a:endParaRPr lang="en-US"/>
        </a:p>
      </dgm:t>
    </dgm:pt>
    <dgm:pt modelId="{67F065E4-FE1F-4E61-B02E-359CA3E8C7F6}" type="parTrans" cxnId="{162AC587-B499-4752-97BF-A6D0A65F18FA}">
      <dgm:prSet/>
      <dgm:spPr/>
      <dgm:t>
        <a:bodyPr/>
        <a:lstStyle/>
        <a:p>
          <a:endParaRPr lang="en-US"/>
        </a:p>
      </dgm:t>
    </dgm:pt>
    <dgm:pt modelId="{84ACFA6F-FC44-4823-B211-8693A8E71C08}" type="sibTrans" cxnId="{162AC587-B499-4752-97BF-A6D0A65F18FA}">
      <dgm:prSet/>
      <dgm:spPr/>
      <dgm:t>
        <a:bodyPr/>
        <a:lstStyle/>
        <a:p>
          <a:endParaRPr lang="en-US"/>
        </a:p>
      </dgm:t>
    </dgm:pt>
    <dgm:pt modelId="{020BBDFC-77B9-412E-B590-1DC23A1A5399}">
      <dgm:prSet/>
      <dgm:spPr/>
      <dgm:t>
        <a:bodyPr/>
        <a:lstStyle/>
        <a:p>
          <a:r>
            <a:rPr lang="en-US"/>
            <a:t>Question  →  Data  →  Exploration  →  Visualisation</a:t>
          </a:r>
        </a:p>
      </dgm:t>
    </dgm:pt>
    <dgm:pt modelId="{49B8AAE6-F89D-476A-B5A6-27E7860250D6}" type="parTrans" cxnId="{AAF916B3-B8DE-4471-A698-02B5A2E1562B}">
      <dgm:prSet/>
      <dgm:spPr/>
      <dgm:t>
        <a:bodyPr/>
        <a:lstStyle/>
        <a:p>
          <a:endParaRPr lang="en-US"/>
        </a:p>
      </dgm:t>
    </dgm:pt>
    <dgm:pt modelId="{34608DAB-CE2C-4742-8A9D-7495C3CC9948}" type="sibTrans" cxnId="{AAF916B3-B8DE-4471-A698-02B5A2E1562B}">
      <dgm:prSet/>
      <dgm:spPr/>
      <dgm:t>
        <a:bodyPr/>
        <a:lstStyle/>
        <a:p>
          <a:endParaRPr lang="en-US"/>
        </a:p>
      </dgm:t>
    </dgm:pt>
    <dgm:pt modelId="{EE4FF166-0814-4452-892A-729A91F4B8B0}">
      <dgm:prSet/>
      <dgm:spPr/>
      <dgm:t>
        <a:bodyPr/>
        <a:lstStyle/>
        <a:p>
          <a:r>
            <a:rPr lang="en-US"/>
            <a:t>→  Correlation  →  Model  →  Prediction  →  Decision</a:t>
          </a:r>
        </a:p>
      </dgm:t>
    </dgm:pt>
    <dgm:pt modelId="{5EE1B402-24FE-4D78-A35F-3FD2EB915012}" type="parTrans" cxnId="{049F1DDF-605A-45D3-85F8-E27F0938B307}">
      <dgm:prSet/>
      <dgm:spPr/>
      <dgm:t>
        <a:bodyPr/>
        <a:lstStyle/>
        <a:p>
          <a:endParaRPr lang="en-US"/>
        </a:p>
      </dgm:t>
    </dgm:pt>
    <dgm:pt modelId="{9D6394EA-D265-4162-A302-B9B25A1ED8E4}" type="sibTrans" cxnId="{049F1DDF-605A-45D3-85F8-E27F0938B307}">
      <dgm:prSet/>
      <dgm:spPr/>
      <dgm:t>
        <a:bodyPr/>
        <a:lstStyle/>
        <a:p>
          <a:endParaRPr lang="en-US"/>
        </a:p>
      </dgm:t>
    </dgm:pt>
    <dgm:pt modelId="{6798D553-2EA5-4B6F-8BA4-C9EC657102D0}">
      <dgm:prSet/>
      <dgm:spPr/>
      <dgm:t>
        <a:bodyPr/>
        <a:lstStyle/>
        <a:p>
          <a:r>
            <a:rPr lang="en-US" b="1"/>
            <a:t>What is remarkable:</a:t>
          </a:r>
          <a:endParaRPr lang="en-US"/>
        </a:p>
      </dgm:t>
    </dgm:pt>
    <dgm:pt modelId="{16CDCB96-8F0A-42A0-BAE0-9C13A4297ECC}" type="parTrans" cxnId="{F992FFF7-5CCE-49A0-AC8F-BD6E9A6C7D47}">
      <dgm:prSet/>
      <dgm:spPr/>
      <dgm:t>
        <a:bodyPr/>
        <a:lstStyle/>
        <a:p>
          <a:endParaRPr lang="en-US"/>
        </a:p>
      </dgm:t>
    </dgm:pt>
    <dgm:pt modelId="{35FE43E0-4D99-4857-851E-A73037F832BE}" type="sibTrans" cxnId="{F992FFF7-5CCE-49A0-AC8F-BD6E9A6C7D47}">
      <dgm:prSet/>
      <dgm:spPr/>
      <dgm:t>
        <a:bodyPr/>
        <a:lstStyle/>
        <a:p>
          <a:endParaRPr lang="en-US"/>
        </a:p>
      </dgm:t>
    </dgm:pt>
    <dgm:pt modelId="{BD72D162-2D9E-4D60-9284-3CFFE7B191B5}">
      <dgm:prSet/>
      <dgm:spPr/>
      <dgm:t>
        <a:bodyPr/>
        <a:lstStyle/>
        <a:p>
          <a:r>
            <a:rPr lang="en-US"/>
            <a:t>We reached prediction and decision-making without using machine learning.</a:t>
          </a:r>
        </a:p>
      </dgm:t>
    </dgm:pt>
    <dgm:pt modelId="{12447B7D-44C2-4C97-ACC9-35294853B84B}" type="parTrans" cxnId="{53B96101-0198-4BDE-9316-ED37385B195C}">
      <dgm:prSet/>
      <dgm:spPr/>
      <dgm:t>
        <a:bodyPr/>
        <a:lstStyle/>
        <a:p>
          <a:endParaRPr lang="en-US"/>
        </a:p>
      </dgm:t>
    </dgm:pt>
    <dgm:pt modelId="{5C48EE7B-C6C9-4A29-93FC-3E34F705994C}" type="sibTrans" cxnId="{53B96101-0198-4BDE-9316-ED37385B195C}">
      <dgm:prSet/>
      <dgm:spPr/>
      <dgm:t>
        <a:bodyPr/>
        <a:lstStyle/>
        <a:p>
          <a:endParaRPr lang="en-US"/>
        </a:p>
      </dgm:t>
    </dgm:pt>
    <dgm:pt modelId="{9BEC2B0C-D77F-48E6-B215-7338EA7EA66F}">
      <dgm:prSet/>
      <dgm:spPr/>
      <dgm:t>
        <a:bodyPr/>
        <a:lstStyle/>
        <a:p>
          <a:r>
            <a:rPr lang="en-US"/>
            <a:t>We used only statistical thinking.</a:t>
          </a:r>
        </a:p>
      </dgm:t>
    </dgm:pt>
    <dgm:pt modelId="{D819BF7D-1DA9-4E2B-8E21-B601286D6E37}" type="parTrans" cxnId="{C9D7A8E0-2382-4FBE-8B77-58F8F438BF63}">
      <dgm:prSet/>
      <dgm:spPr/>
      <dgm:t>
        <a:bodyPr/>
        <a:lstStyle/>
        <a:p>
          <a:endParaRPr lang="en-US"/>
        </a:p>
      </dgm:t>
    </dgm:pt>
    <dgm:pt modelId="{2B9CB780-956E-44F6-AB88-DBCC90694AA1}" type="sibTrans" cxnId="{C9D7A8E0-2382-4FBE-8B77-58F8F438BF63}">
      <dgm:prSet/>
      <dgm:spPr/>
      <dgm:t>
        <a:bodyPr/>
        <a:lstStyle/>
        <a:p>
          <a:endParaRPr lang="en-US"/>
        </a:p>
      </dgm:t>
    </dgm:pt>
    <dgm:pt modelId="{BF0076BD-0DA0-429D-9FC9-2F774C9787B0}">
      <dgm:prSet/>
      <dgm:spPr/>
      <dgm:t>
        <a:bodyPr/>
        <a:lstStyle/>
        <a:p>
          <a:r>
            <a:rPr lang="en-US" i="1"/>
            <a:t>The most important skill in data science is not knowing algorithms —</a:t>
          </a:r>
          <a:endParaRPr lang="en-US"/>
        </a:p>
      </dgm:t>
    </dgm:pt>
    <dgm:pt modelId="{6D90FBF0-4712-4FCD-9C2E-AF67BE0E9421}" type="parTrans" cxnId="{BAA8D3F6-EBE2-4AE0-BC84-356176862350}">
      <dgm:prSet/>
      <dgm:spPr/>
      <dgm:t>
        <a:bodyPr/>
        <a:lstStyle/>
        <a:p>
          <a:endParaRPr lang="en-US"/>
        </a:p>
      </dgm:t>
    </dgm:pt>
    <dgm:pt modelId="{63EE70F4-9C21-40D6-93E3-2BCE880F3832}" type="sibTrans" cxnId="{BAA8D3F6-EBE2-4AE0-BC84-356176862350}">
      <dgm:prSet/>
      <dgm:spPr/>
      <dgm:t>
        <a:bodyPr/>
        <a:lstStyle/>
        <a:p>
          <a:endParaRPr lang="en-US"/>
        </a:p>
      </dgm:t>
    </dgm:pt>
    <dgm:pt modelId="{6C649F1B-3BBB-4ADC-B9AB-9C7107E60A96}">
      <dgm:prSet/>
      <dgm:spPr/>
      <dgm:t>
        <a:bodyPr/>
        <a:lstStyle/>
        <a:p>
          <a:r>
            <a:rPr lang="en-US" i="1"/>
            <a:t>it is knowing how to ask the right question and reason from evidence.</a:t>
          </a:r>
          <a:endParaRPr lang="en-US"/>
        </a:p>
      </dgm:t>
    </dgm:pt>
    <dgm:pt modelId="{647E6B74-0DB5-4BAD-A301-3EA4F4D97DE7}" type="parTrans" cxnId="{C5870D97-C1AB-48A5-802E-3B78AA321CE0}">
      <dgm:prSet/>
      <dgm:spPr/>
      <dgm:t>
        <a:bodyPr/>
        <a:lstStyle/>
        <a:p>
          <a:endParaRPr lang="en-US"/>
        </a:p>
      </dgm:t>
    </dgm:pt>
    <dgm:pt modelId="{AA946211-D1CA-4399-A0F7-F3F24CC2ADD1}" type="sibTrans" cxnId="{C5870D97-C1AB-48A5-802E-3B78AA321CE0}">
      <dgm:prSet/>
      <dgm:spPr/>
      <dgm:t>
        <a:bodyPr/>
        <a:lstStyle/>
        <a:p>
          <a:endParaRPr lang="en-US"/>
        </a:p>
      </dgm:t>
    </dgm:pt>
    <dgm:pt modelId="{EDDDD95B-78B7-4D32-9270-803D2D853A26}" type="pres">
      <dgm:prSet presAssocID="{88055909-6F25-4A2A-95FB-78F5112BA545}" presName="diagram" presStyleCnt="0">
        <dgm:presLayoutVars>
          <dgm:dir/>
          <dgm:resizeHandles val="exact"/>
        </dgm:presLayoutVars>
      </dgm:prSet>
      <dgm:spPr/>
    </dgm:pt>
    <dgm:pt modelId="{D3D5D91B-27FC-42CB-8B5E-6FA7F1A17B10}" type="pres">
      <dgm:prSet presAssocID="{98A34CB4-C138-4720-A7F5-CC0A5D682434}" presName="node" presStyleLbl="node1" presStyleIdx="0" presStyleCnt="9">
        <dgm:presLayoutVars>
          <dgm:bulletEnabled val="1"/>
        </dgm:presLayoutVars>
      </dgm:prSet>
      <dgm:spPr/>
    </dgm:pt>
    <dgm:pt modelId="{23F25D8D-85BC-4815-841F-B900410FD482}" type="pres">
      <dgm:prSet presAssocID="{24707D36-F588-48E3-896D-28FD02753234}" presName="sibTrans" presStyleCnt="0"/>
      <dgm:spPr/>
    </dgm:pt>
    <dgm:pt modelId="{69C44645-4BF4-407B-8510-76B7593E593E}" type="pres">
      <dgm:prSet presAssocID="{FCEA37EE-3BE7-4B30-83BF-E0BD43CCA289}" presName="node" presStyleLbl="node1" presStyleIdx="1" presStyleCnt="9">
        <dgm:presLayoutVars>
          <dgm:bulletEnabled val="1"/>
        </dgm:presLayoutVars>
      </dgm:prSet>
      <dgm:spPr/>
    </dgm:pt>
    <dgm:pt modelId="{5DCA5180-C2EC-4A4D-8389-960A8A870E10}" type="pres">
      <dgm:prSet presAssocID="{84ACFA6F-FC44-4823-B211-8693A8E71C08}" presName="sibTrans" presStyleCnt="0"/>
      <dgm:spPr/>
    </dgm:pt>
    <dgm:pt modelId="{536ABAFF-D328-4108-96D0-6EF5023C0BA5}" type="pres">
      <dgm:prSet presAssocID="{020BBDFC-77B9-412E-B590-1DC23A1A5399}" presName="node" presStyleLbl="node1" presStyleIdx="2" presStyleCnt="9">
        <dgm:presLayoutVars>
          <dgm:bulletEnabled val="1"/>
        </dgm:presLayoutVars>
      </dgm:prSet>
      <dgm:spPr/>
    </dgm:pt>
    <dgm:pt modelId="{9A1A09F2-4586-4CC1-A4CC-73958174334D}" type="pres">
      <dgm:prSet presAssocID="{34608DAB-CE2C-4742-8A9D-7495C3CC9948}" presName="sibTrans" presStyleCnt="0"/>
      <dgm:spPr/>
    </dgm:pt>
    <dgm:pt modelId="{9B36811D-C8C3-424C-9C78-A43E794E6CAA}" type="pres">
      <dgm:prSet presAssocID="{EE4FF166-0814-4452-892A-729A91F4B8B0}" presName="node" presStyleLbl="node1" presStyleIdx="3" presStyleCnt="9">
        <dgm:presLayoutVars>
          <dgm:bulletEnabled val="1"/>
        </dgm:presLayoutVars>
      </dgm:prSet>
      <dgm:spPr/>
    </dgm:pt>
    <dgm:pt modelId="{C3EF2A8F-9322-40DC-A2AC-0D48089665B5}" type="pres">
      <dgm:prSet presAssocID="{9D6394EA-D265-4162-A302-B9B25A1ED8E4}" presName="sibTrans" presStyleCnt="0"/>
      <dgm:spPr/>
    </dgm:pt>
    <dgm:pt modelId="{F4739580-3B15-4E1C-A0B1-22B22796EBDE}" type="pres">
      <dgm:prSet presAssocID="{6798D553-2EA5-4B6F-8BA4-C9EC657102D0}" presName="node" presStyleLbl="node1" presStyleIdx="4" presStyleCnt="9">
        <dgm:presLayoutVars>
          <dgm:bulletEnabled val="1"/>
        </dgm:presLayoutVars>
      </dgm:prSet>
      <dgm:spPr/>
    </dgm:pt>
    <dgm:pt modelId="{E1229983-3EA6-4716-A213-C37CA9401978}" type="pres">
      <dgm:prSet presAssocID="{35FE43E0-4D99-4857-851E-A73037F832BE}" presName="sibTrans" presStyleCnt="0"/>
      <dgm:spPr/>
    </dgm:pt>
    <dgm:pt modelId="{DEBCC2AD-10EF-4A3D-B1EB-E7A47675C60C}" type="pres">
      <dgm:prSet presAssocID="{BD72D162-2D9E-4D60-9284-3CFFE7B191B5}" presName="node" presStyleLbl="node1" presStyleIdx="5" presStyleCnt="9">
        <dgm:presLayoutVars>
          <dgm:bulletEnabled val="1"/>
        </dgm:presLayoutVars>
      </dgm:prSet>
      <dgm:spPr/>
    </dgm:pt>
    <dgm:pt modelId="{405D9101-95DC-406E-A88E-96A55818E44C}" type="pres">
      <dgm:prSet presAssocID="{5C48EE7B-C6C9-4A29-93FC-3E34F705994C}" presName="sibTrans" presStyleCnt="0"/>
      <dgm:spPr/>
    </dgm:pt>
    <dgm:pt modelId="{A1872645-44A8-4802-AF08-572569A0FD3C}" type="pres">
      <dgm:prSet presAssocID="{9BEC2B0C-D77F-48E6-B215-7338EA7EA66F}" presName="node" presStyleLbl="node1" presStyleIdx="6" presStyleCnt="9">
        <dgm:presLayoutVars>
          <dgm:bulletEnabled val="1"/>
        </dgm:presLayoutVars>
      </dgm:prSet>
      <dgm:spPr/>
    </dgm:pt>
    <dgm:pt modelId="{428EE898-0142-46E6-A09B-81C10051A7A0}" type="pres">
      <dgm:prSet presAssocID="{2B9CB780-956E-44F6-AB88-DBCC90694AA1}" presName="sibTrans" presStyleCnt="0"/>
      <dgm:spPr/>
    </dgm:pt>
    <dgm:pt modelId="{A6B85159-A9EF-49F9-914A-D1893A935296}" type="pres">
      <dgm:prSet presAssocID="{BF0076BD-0DA0-429D-9FC9-2F774C9787B0}" presName="node" presStyleLbl="node1" presStyleIdx="7" presStyleCnt="9">
        <dgm:presLayoutVars>
          <dgm:bulletEnabled val="1"/>
        </dgm:presLayoutVars>
      </dgm:prSet>
      <dgm:spPr/>
    </dgm:pt>
    <dgm:pt modelId="{48B7F52D-C3F8-435A-A57B-68EF96DF8929}" type="pres">
      <dgm:prSet presAssocID="{63EE70F4-9C21-40D6-93E3-2BCE880F3832}" presName="sibTrans" presStyleCnt="0"/>
      <dgm:spPr/>
    </dgm:pt>
    <dgm:pt modelId="{08FEF5F8-AE9B-4167-BF60-61E3B93B0DC3}" type="pres">
      <dgm:prSet presAssocID="{6C649F1B-3BBB-4ADC-B9AB-9C7107E60A96}" presName="node" presStyleLbl="node1" presStyleIdx="8" presStyleCnt="9">
        <dgm:presLayoutVars>
          <dgm:bulletEnabled val="1"/>
        </dgm:presLayoutVars>
      </dgm:prSet>
      <dgm:spPr/>
    </dgm:pt>
  </dgm:ptLst>
  <dgm:cxnLst>
    <dgm:cxn modelId="{53B96101-0198-4BDE-9316-ED37385B195C}" srcId="{88055909-6F25-4A2A-95FB-78F5112BA545}" destId="{BD72D162-2D9E-4D60-9284-3CFFE7B191B5}" srcOrd="5" destOrd="0" parTransId="{12447B7D-44C2-4C97-ACC9-35294853B84B}" sibTransId="{5C48EE7B-C6C9-4A29-93FC-3E34F705994C}"/>
    <dgm:cxn modelId="{3A5A7A17-97E3-4009-A9EE-C72C7D239207}" type="presOf" srcId="{88055909-6F25-4A2A-95FB-78F5112BA545}" destId="{EDDDD95B-78B7-4D32-9270-803D2D853A26}" srcOrd="0" destOrd="0" presId="urn:microsoft.com/office/officeart/2005/8/layout/default"/>
    <dgm:cxn modelId="{4512031B-0321-4697-92A6-75A36B9F6781}" type="presOf" srcId="{BF0076BD-0DA0-429D-9FC9-2F774C9787B0}" destId="{A6B85159-A9EF-49F9-914A-D1893A935296}" srcOrd="0" destOrd="0" presId="urn:microsoft.com/office/officeart/2005/8/layout/default"/>
    <dgm:cxn modelId="{D5BEEA2C-E2D6-4B74-9027-24EC6583A99F}" type="presOf" srcId="{BD72D162-2D9E-4D60-9284-3CFFE7B191B5}" destId="{DEBCC2AD-10EF-4A3D-B1EB-E7A47675C60C}" srcOrd="0" destOrd="0" presId="urn:microsoft.com/office/officeart/2005/8/layout/default"/>
    <dgm:cxn modelId="{0D64F73A-CAAA-47F6-B096-18E9E947F8F7}" type="presOf" srcId="{8FE27267-4502-45D8-918C-9791E0AF613A}" destId="{D3D5D91B-27FC-42CB-8B5E-6FA7F1A17B10}" srcOrd="0" destOrd="1" presId="urn:microsoft.com/office/officeart/2005/8/layout/default"/>
    <dgm:cxn modelId="{EAD4E83C-15AF-422A-B461-40BAA4604279}" type="presOf" srcId="{EE4FF166-0814-4452-892A-729A91F4B8B0}" destId="{9B36811D-C8C3-424C-9C78-A43E794E6CAA}" srcOrd="0" destOrd="0" presId="urn:microsoft.com/office/officeart/2005/8/layout/default"/>
    <dgm:cxn modelId="{DE3B5046-2D5E-4F94-A7F6-263166A5474C}" type="presOf" srcId="{6C649F1B-3BBB-4ADC-B9AB-9C7107E60A96}" destId="{08FEF5F8-AE9B-4167-BF60-61E3B93B0DC3}" srcOrd="0" destOrd="0" presId="urn:microsoft.com/office/officeart/2005/8/layout/default"/>
    <dgm:cxn modelId="{212D9B70-46C4-4D06-856D-6755DC256BC6}" type="presOf" srcId="{593FFDF9-D5E0-4EE4-8F99-E7A0AC561563}" destId="{D3D5D91B-27FC-42CB-8B5E-6FA7F1A17B10}" srcOrd="0" destOrd="2" presId="urn:microsoft.com/office/officeart/2005/8/layout/default"/>
    <dgm:cxn modelId="{162AC587-B499-4752-97BF-A6D0A65F18FA}" srcId="{88055909-6F25-4A2A-95FB-78F5112BA545}" destId="{FCEA37EE-3BE7-4B30-83BF-E0BD43CCA289}" srcOrd="1" destOrd="0" parTransId="{67F065E4-FE1F-4E61-B02E-359CA3E8C7F6}" sibTransId="{84ACFA6F-FC44-4823-B211-8693A8E71C08}"/>
    <dgm:cxn modelId="{71090089-FBE0-46D1-921E-B9D27F573DC7}" type="presOf" srcId="{6798D553-2EA5-4B6F-8BA4-C9EC657102D0}" destId="{F4739580-3B15-4E1C-A0B1-22B22796EBDE}" srcOrd="0" destOrd="0" presId="urn:microsoft.com/office/officeart/2005/8/layout/default"/>
    <dgm:cxn modelId="{0F6ACE90-DBCC-46B7-92F6-5F607A618671}" srcId="{98A34CB4-C138-4720-A7F5-CC0A5D682434}" destId="{593FFDF9-D5E0-4EE4-8F99-E7A0AC561563}" srcOrd="1" destOrd="0" parTransId="{3B907A33-DF9C-403D-80B5-106AF8F157FF}" sibTransId="{71F0985C-F27C-42EA-A4B3-9D10C2136D7E}"/>
    <dgm:cxn modelId="{FC9FAB95-0D84-4415-9070-1BF9493C0D7B}" type="presOf" srcId="{020BBDFC-77B9-412E-B590-1DC23A1A5399}" destId="{536ABAFF-D328-4108-96D0-6EF5023C0BA5}" srcOrd="0" destOrd="0" presId="urn:microsoft.com/office/officeart/2005/8/layout/default"/>
    <dgm:cxn modelId="{C5870D97-C1AB-48A5-802E-3B78AA321CE0}" srcId="{88055909-6F25-4A2A-95FB-78F5112BA545}" destId="{6C649F1B-3BBB-4ADC-B9AB-9C7107E60A96}" srcOrd="8" destOrd="0" parTransId="{647E6B74-0DB5-4BAD-A301-3EA4F4D97DE7}" sibTransId="{AA946211-D1CA-4399-A0F7-F3F24CC2ADD1}"/>
    <dgm:cxn modelId="{B34DB7B2-AF3D-462E-8C54-685D4E801B51}" type="presOf" srcId="{FCEA37EE-3BE7-4B30-83BF-E0BD43CCA289}" destId="{69C44645-4BF4-407B-8510-76B7593E593E}" srcOrd="0" destOrd="0" presId="urn:microsoft.com/office/officeart/2005/8/layout/default"/>
    <dgm:cxn modelId="{AAF916B3-B8DE-4471-A698-02B5A2E1562B}" srcId="{88055909-6F25-4A2A-95FB-78F5112BA545}" destId="{020BBDFC-77B9-412E-B590-1DC23A1A5399}" srcOrd="2" destOrd="0" parTransId="{49B8AAE6-F89D-476A-B5A6-27E7860250D6}" sibTransId="{34608DAB-CE2C-4742-8A9D-7495C3CC9948}"/>
    <dgm:cxn modelId="{F2ECA9C3-9E36-4442-9804-E80DB88C5091}" type="presOf" srcId="{98A34CB4-C138-4720-A7F5-CC0A5D682434}" destId="{D3D5D91B-27FC-42CB-8B5E-6FA7F1A17B10}" srcOrd="0" destOrd="0" presId="urn:microsoft.com/office/officeart/2005/8/layout/default"/>
    <dgm:cxn modelId="{A3C195CC-3860-4D20-A409-C498CEF444DE}" srcId="{88055909-6F25-4A2A-95FB-78F5112BA545}" destId="{98A34CB4-C138-4720-A7F5-CC0A5D682434}" srcOrd="0" destOrd="0" parTransId="{4B9D7D21-BD21-40E2-9263-8F365B03AE71}" sibTransId="{24707D36-F588-48E3-896D-28FD02753234}"/>
    <dgm:cxn modelId="{E31C60CF-DF45-421F-B228-ECA403F25B21}" type="presOf" srcId="{9BEC2B0C-D77F-48E6-B215-7338EA7EA66F}" destId="{A1872645-44A8-4802-AF08-572569A0FD3C}" srcOrd="0" destOrd="0" presId="urn:microsoft.com/office/officeart/2005/8/layout/default"/>
    <dgm:cxn modelId="{049F1DDF-605A-45D3-85F8-E27F0938B307}" srcId="{88055909-6F25-4A2A-95FB-78F5112BA545}" destId="{EE4FF166-0814-4452-892A-729A91F4B8B0}" srcOrd="3" destOrd="0" parTransId="{5EE1B402-24FE-4D78-A35F-3FD2EB915012}" sibTransId="{9D6394EA-D265-4162-A302-B9B25A1ED8E4}"/>
    <dgm:cxn modelId="{C9D7A8E0-2382-4FBE-8B77-58F8F438BF63}" srcId="{88055909-6F25-4A2A-95FB-78F5112BA545}" destId="{9BEC2B0C-D77F-48E6-B215-7338EA7EA66F}" srcOrd="6" destOrd="0" parTransId="{D819BF7D-1DA9-4E2B-8E21-B601286D6E37}" sibTransId="{2B9CB780-956E-44F6-AB88-DBCC90694AA1}"/>
    <dgm:cxn modelId="{B24729E8-2740-4899-90FE-110D67BEC8F5}" srcId="{98A34CB4-C138-4720-A7F5-CC0A5D682434}" destId="{8FE27267-4502-45D8-918C-9791E0AF613A}" srcOrd="0" destOrd="0" parTransId="{5E252C6B-055B-4182-9AA7-609A27113194}" sibTransId="{78A75066-3265-46C3-B529-41E47259E060}"/>
    <dgm:cxn modelId="{BAA8D3F6-EBE2-4AE0-BC84-356176862350}" srcId="{88055909-6F25-4A2A-95FB-78F5112BA545}" destId="{BF0076BD-0DA0-429D-9FC9-2F774C9787B0}" srcOrd="7" destOrd="0" parTransId="{6D90FBF0-4712-4FCD-9C2E-AF67BE0E9421}" sibTransId="{63EE70F4-9C21-40D6-93E3-2BCE880F3832}"/>
    <dgm:cxn modelId="{F992FFF7-5CCE-49A0-AC8F-BD6E9A6C7D47}" srcId="{88055909-6F25-4A2A-95FB-78F5112BA545}" destId="{6798D553-2EA5-4B6F-8BA4-C9EC657102D0}" srcOrd="4" destOrd="0" parTransId="{16CDCB96-8F0A-42A0-BAE0-9C13A4297ECC}" sibTransId="{35FE43E0-4D99-4857-851E-A73037F832BE}"/>
    <dgm:cxn modelId="{B757D4D1-2030-4CD8-9B9B-379A0F62D7A4}" type="presParOf" srcId="{EDDDD95B-78B7-4D32-9270-803D2D853A26}" destId="{D3D5D91B-27FC-42CB-8B5E-6FA7F1A17B10}" srcOrd="0" destOrd="0" presId="urn:microsoft.com/office/officeart/2005/8/layout/default"/>
    <dgm:cxn modelId="{D6706BC1-51F7-480C-BE2A-908B670DD830}" type="presParOf" srcId="{EDDDD95B-78B7-4D32-9270-803D2D853A26}" destId="{23F25D8D-85BC-4815-841F-B900410FD482}" srcOrd="1" destOrd="0" presId="urn:microsoft.com/office/officeart/2005/8/layout/default"/>
    <dgm:cxn modelId="{67907ECA-82AC-4ED8-84BE-AE75C869ABCF}" type="presParOf" srcId="{EDDDD95B-78B7-4D32-9270-803D2D853A26}" destId="{69C44645-4BF4-407B-8510-76B7593E593E}" srcOrd="2" destOrd="0" presId="urn:microsoft.com/office/officeart/2005/8/layout/default"/>
    <dgm:cxn modelId="{C9B092AD-AB87-4251-8773-0A342EEFD11B}" type="presParOf" srcId="{EDDDD95B-78B7-4D32-9270-803D2D853A26}" destId="{5DCA5180-C2EC-4A4D-8389-960A8A870E10}" srcOrd="3" destOrd="0" presId="urn:microsoft.com/office/officeart/2005/8/layout/default"/>
    <dgm:cxn modelId="{362A15AB-33F6-4DDC-8294-C89E5785F540}" type="presParOf" srcId="{EDDDD95B-78B7-4D32-9270-803D2D853A26}" destId="{536ABAFF-D328-4108-96D0-6EF5023C0BA5}" srcOrd="4" destOrd="0" presId="urn:microsoft.com/office/officeart/2005/8/layout/default"/>
    <dgm:cxn modelId="{E31E5D2A-D01B-4EF1-A1EE-CBD68886D4C3}" type="presParOf" srcId="{EDDDD95B-78B7-4D32-9270-803D2D853A26}" destId="{9A1A09F2-4586-4CC1-A4CC-73958174334D}" srcOrd="5" destOrd="0" presId="urn:microsoft.com/office/officeart/2005/8/layout/default"/>
    <dgm:cxn modelId="{6BCEE770-14FE-44BA-9A29-A0F002A7766F}" type="presParOf" srcId="{EDDDD95B-78B7-4D32-9270-803D2D853A26}" destId="{9B36811D-C8C3-424C-9C78-A43E794E6CAA}" srcOrd="6" destOrd="0" presId="urn:microsoft.com/office/officeart/2005/8/layout/default"/>
    <dgm:cxn modelId="{6008D6CB-095A-4448-9DC2-622F79AE632B}" type="presParOf" srcId="{EDDDD95B-78B7-4D32-9270-803D2D853A26}" destId="{C3EF2A8F-9322-40DC-A2AC-0D48089665B5}" srcOrd="7" destOrd="0" presId="urn:microsoft.com/office/officeart/2005/8/layout/default"/>
    <dgm:cxn modelId="{2CE10D35-DA13-466F-98CD-FFB17421E4C4}" type="presParOf" srcId="{EDDDD95B-78B7-4D32-9270-803D2D853A26}" destId="{F4739580-3B15-4E1C-A0B1-22B22796EBDE}" srcOrd="8" destOrd="0" presId="urn:microsoft.com/office/officeart/2005/8/layout/default"/>
    <dgm:cxn modelId="{C2A1458B-487E-42F0-89A0-C13F5B203E34}" type="presParOf" srcId="{EDDDD95B-78B7-4D32-9270-803D2D853A26}" destId="{E1229983-3EA6-4716-A213-C37CA9401978}" srcOrd="9" destOrd="0" presId="urn:microsoft.com/office/officeart/2005/8/layout/default"/>
    <dgm:cxn modelId="{8D7F561C-7BBE-4896-854D-AA486B4FF6AC}" type="presParOf" srcId="{EDDDD95B-78B7-4D32-9270-803D2D853A26}" destId="{DEBCC2AD-10EF-4A3D-B1EB-E7A47675C60C}" srcOrd="10" destOrd="0" presId="urn:microsoft.com/office/officeart/2005/8/layout/default"/>
    <dgm:cxn modelId="{06F044ED-0F85-4925-A83A-2697DA21AE40}" type="presParOf" srcId="{EDDDD95B-78B7-4D32-9270-803D2D853A26}" destId="{405D9101-95DC-406E-A88E-96A55818E44C}" srcOrd="11" destOrd="0" presId="urn:microsoft.com/office/officeart/2005/8/layout/default"/>
    <dgm:cxn modelId="{2E0CED1D-CE5E-4930-896A-0218D9F6FCD1}" type="presParOf" srcId="{EDDDD95B-78B7-4D32-9270-803D2D853A26}" destId="{A1872645-44A8-4802-AF08-572569A0FD3C}" srcOrd="12" destOrd="0" presId="urn:microsoft.com/office/officeart/2005/8/layout/default"/>
    <dgm:cxn modelId="{59728540-9C06-4B05-AB05-E129976ABEA8}" type="presParOf" srcId="{EDDDD95B-78B7-4D32-9270-803D2D853A26}" destId="{428EE898-0142-46E6-A09B-81C10051A7A0}" srcOrd="13" destOrd="0" presId="urn:microsoft.com/office/officeart/2005/8/layout/default"/>
    <dgm:cxn modelId="{3A353815-52B6-45D3-9CC8-C9C3E15A68A6}" type="presParOf" srcId="{EDDDD95B-78B7-4D32-9270-803D2D853A26}" destId="{A6B85159-A9EF-49F9-914A-D1893A935296}" srcOrd="14" destOrd="0" presId="urn:microsoft.com/office/officeart/2005/8/layout/default"/>
    <dgm:cxn modelId="{993AF6CF-D15E-46F5-8FA0-2C4FB7B5DE8D}" type="presParOf" srcId="{EDDDD95B-78B7-4D32-9270-803D2D853A26}" destId="{48B7F52D-C3F8-435A-A57B-68EF96DF8929}" srcOrd="15" destOrd="0" presId="urn:microsoft.com/office/officeart/2005/8/layout/default"/>
    <dgm:cxn modelId="{F8C6941E-F7B5-48E9-B7C0-F8360CF6D086}" type="presParOf" srcId="{EDDDD95B-78B7-4D32-9270-803D2D853A26}" destId="{08FEF5F8-AE9B-4167-BF60-61E3B93B0DC3}" srcOrd="1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B4E6B4-E175-4602-9165-AA37FC1B1065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 Display" panose="02110004020202020204"/>
            </a:rPr>
            <a:t>What is Statistics?</a:t>
          </a:r>
        </a:p>
      </dsp:txBody>
      <dsp:txXfrm>
        <a:off x="3080" y="587032"/>
        <a:ext cx="2444055" cy="1466433"/>
      </dsp:txXfrm>
    </dsp:sp>
    <dsp:sp modelId="{329649DE-5EAD-44BE-8342-EBE4CFD4EDF7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 Display" panose="02110004020202020204"/>
            </a:rPr>
            <a:t>What is Data?</a:t>
          </a:r>
        </a:p>
      </dsp:txBody>
      <dsp:txXfrm>
        <a:off x="2691541" y="587032"/>
        <a:ext cx="2444055" cy="1466433"/>
      </dsp:txXfrm>
    </dsp:sp>
    <dsp:sp modelId="{92DA53B9-7775-449F-B383-306EAD95F0D3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 Display" panose="02110004020202020204"/>
            </a:rPr>
            <a:t>Types of Statistics</a:t>
          </a:r>
          <a:endParaRPr lang="en-US" sz="2400" kern="1200"/>
        </a:p>
      </dsp:txBody>
      <dsp:txXfrm>
        <a:off x="5380002" y="587032"/>
        <a:ext cx="2444055" cy="1466433"/>
      </dsp:txXfrm>
    </dsp:sp>
    <dsp:sp modelId="{1A2BDE1A-A73D-42CF-93AD-707EA01BE459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 Display" panose="02110004020202020204"/>
            </a:rPr>
            <a:t>Descriptive Statistics Essentials</a:t>
          </a:r>
        </a:p>
      </dsp:txBody>
      <dsp:txXfrm>
        <a:off x="8068463" y="587032"/>
        <a:ext cx="2444055" cy="1466433"/>
      </dsp:txXfrm>
    </dsp:sp>
    <dsp:sp modelId="{ACA3BC54-EF56-4C2E-B2C0-5F6FFA9304EF}">
      <dsp:nvSpPr>
        <dsp:cNvPr id="0" name=""/>
        <dsp:cNvSpPr/>
      </dsp:nvSpPr>
      <dsp:spPr>
        <a:xfrm>
          <a:off x="3080" y="2297871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 Display" panose="02110004020202020204"/>
            </a:rPr>
            <a:t>Inferential Statistics</a:t>
          </a:r>
        </a:p>
      </dsp:txBody>
      <dsp:txXfrm>
        <a:off x="3080" y="2297871"/>
        <a:ext cx="2444055" cy="1466433"/>
      </dsp:txXfrm>
    </dsp:sp>
    <dsp:sp modelId="{D20E1007-3477-4898-920C-EE71ABD96D27}">
      <dsp:nvSpPr>
        <dsp:cNvPr id="0" name=""/>
        <dsp:cNvSpPr/>
      </dsp:nvSpPr>
      <dsp:spPr>
        <a:xfrm>
          <a:off x="2691541" y="2297871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 Display" panose="02110004020202020204"/>
            </a:rPr>
            <a:t>Data Distributions</a:t>
          </a:r>
          <a:endParaRPr lang="en-US" sz="2400" kern="1200"/>
        </a:p>
      </dsp:txBody>
      <dsp:txXfrm>
        <a:off x="2691541" y="2297871"/>
        <a:ext cx="2444055" cy="1466433"/>
      </dsp:txXfrm>
    </dsp:sp>
    <dsp:sp modelId="{289E31B7-409F-4140-B18B-0EA318F69F52}">
      <dsp:nvSpPr>
        <dsp:cNvPr id="0" name=""/>
        <dsp:cNvSpPr/>
      </dsp:nvSpPr>
      <dsp:spPr>
        <a:xfrm>
          <a:off x="5380002" y="2297871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 Display" panose="02110004020202020204"/>
            </a:rPr>
            <a:t>Probability</a:t>
          </a:r>
        </a:p>
      </dsp:txBody>
      <dsp:txXfrm>
        <a:off x="5380002" y="2297871"/>
        <a:ext cx="2444055" cy="1466433"/>
      </dsp:txXfrm>
    </dsp:sp>
    <dsp:sp modelId="{6A2B6693-2F5F-4E71-B80F-E79387BF1B7A}">
      <dsp:nvSpPr>
        <dsp:cNvPr id="0" name=""/>
        <dsp:cNvSpPr/>
      </dsp:nvSpPr>
      <dsp:spPr>
        <a:xfrm>
          <a:off x="8068463" y="2297871"/>
          <a:ext cx="2444055" cy="146643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ptos Display" panose="02110004020202020204"/>
            </a:rPr>
            <a:t> Case Study: Predicting Students Success  </a:t>
          </a:r>
        </a:p>
      </dsp:txBody>
      <dsp:txXfrm>
        <a:off x="8068463" y="2297871"/>
        <a:ext cx="2444055" cy="14664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4CA8EE-23B6-495D-A681-1A886523FE3D}">
      <dsp:nvSpPr>
        <dsp:cNvPr id="0" name=""/>
        <dsp:cNvSpPr/>
      </dsp:nvSpPr>
      <dsp:spPr>
        <a:xfrm>
          <a:off x="0" y="3399"/>
          <a:ext cx="10515600" cy="724089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693FA1-6EA4-4D37-B3AA-1B5A489AECA1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73CB98-A4C2-4195-986C-D2E50CFA99E2}">
      <dsp:nvSpPr>
        <dsp:cNvPr id="0" name=""/>
        <dsp:cNvSpPr/>
      </dsp:nvSpPr>
      <dsp:spPr>
        <a:xfrm>
          <a:off x="836323" y="3399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Science of collecting, analyzing, interpreting, presenting, and organizing</a:t>
          </a:r>
          <a:r>
            <a:rPr lang="en-US" sz="1900" kern="1200" dirty="0">
              <a:solidFill>
                <a:srgbClr val="FF0000"/>
              </a:solidFill>
            </a:rPr>
            <a:t> </a:t>
          </a:r>
          <a:r>
            <a:rPr lang="en-US" sz="1900" b="1" kern="1200">
              <a:solidFill>
                <a:srgbClr val="FF0000"/>
              </a:solidFill>
            </a:rPr>
            <a:t>data</a:t>
          </a:r>
          <a:r>
            <a:rPr lang="en-US" sz="1900" kern="1200"/>
            <a:t>.</a:t>
          </a:r>
        </a:p>
      </dsp:txBody>
      <dsp:txXfrm>
        <a:off x="836323" y="3399"/>
        <a:ext cx="9679276" cy="724089"/>
      </dsp:txXfrm>
    </dsp:sp>
    <dsp:sp modelId="{B8E4E9C2-1EB3-49C4-B8A5-D682952B037C}">
      <dsp:nvSpPr>
        <dsp:cNvPr id="0" name=""/>
        <dsp:cNvSpPr/>
      </dsp:nvSpPr>
      <dsp:spPr>
        <a:xfrm>
          <a:off x="0" y="908511"/>
          <a:ext cx="10515600" cy="724089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FE724ED-27E2-4864-8AB2-580C0EB44671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9CBF27-014A-4607-A1D6-930352F0F0E5}">
      <dsp:nvSpPr>
        <dsp:cNvPr id="0" name=""/>
        <dsp:cNvSpPr/>
      </dsp:nvSpPr>
      <dsp:spPr>
        <a:xfrm>
          <a:off x="836323" y="908511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Used in business, healthcare, sports, and machine learning. </a:t>
          </a:r>
        </a:p>
      </dsp:txBody>
      <dsp:txXfrm>
        <a:off x="836323" y="908511"/>
        <a:ext cx="9679276" cy="724089"/>
      </dsp:txXfrm>
    </dsp:sp>
    <dsp:sp modelId="{A2D744CB-D330-459E-BED4-06FF9EC6E25B}">
      <dsp:nvSpPr>
        <dsp:cNvPr id="0" name=""/>
        <dsp:cNvSpPr/>
      </dsp:nvSpPr>
      <dsp:spPr>
        <a:xfrm>
          <a:off x="0" y="1813624"/>
          <a:ext cx="10515600" cy="724089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3B74C0-C95C-4F39-BA5D-E58061A0FEA1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815911-19FC-479D-B86B-5221BE3B323F}">
      <dsp:nvSpPr>
        <dsp:cNvPr id="0" name=""/>
        <dsp:cNvSpPr/>
      </dsp:nvSpPr>
      <dsp:spPr>
        <a:xfrm>
          <a:off x="836323" y="1813624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It is </a:t>
          </a:r>
          <a:r>
            <a:rPr lang="en-US" sz="1900" b="1" i="0" kern="1200" baseline="0"/>
            <a:t>making sense </a:t>
          </a:r>
          <a:r>
            <a:rPr lang="en-US" sz="1900" b="0" i="0" kern="1200" baseline="0"/>
            <a:t>of numbers.</a:t>
          </a:r>
          <a:endParaRPr lang="en-US" sz="1900" kern="1200"/>
        </a:p>
      </dsp:txBody>
      <dsp:txXfrm>
        <a:off x="836323" y="1813624"/>
        <a:ext cx="9679276" cy="724089"/>
      </dsp:txXfrm>
    </dsp:sp>
    <dsp:sp modelId="{B69057EA-0BF4-471B-A32B-E66E273F16E8}">
      <dsp:nvSpPr>
        <dsp:cNvPr id="0" name=""/>
        <dsp:cNvSpPr/>
      </dsp:nvSpPr>
      <dsp:spPr>
        <a:xfrm>
          <a:off x="0" y="2718736"/>
          <a:ext cx="10515600" cy="724089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8004DE-EF4A-44C4-AB80-C873CEC7FD12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53AFFA-D5D1-4A91-A9D0-BAB87708BC47}">
      <dsp:nvSpPr>
        <dsp:cNvPr id="0" name=""/>
        <dsp:cNvSpPr/>
      </dsp:nvSpPr>
      <dsp:spPr>
        <a:xfrm>
          <a:off x="836323" y="2718736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Making </a:t>
          </a:r>
          <a:r>
            <a:rPr lang="en-US" sz="1900" b="1" i="0" kern="1200" baseline="0"/>
            <a:t>informed decisions </a:t>
          </a:r>
          <a:r>
            <a:rPr lang="en-US" sz="1900" b="0" i="0" kern="1200" baseline="0"/>
            <a:t>in the presence of uncertainty and variation.       </a:t>
          </a:r>
          <a:endParaRPr lang="en-US" sz="1900" kern="1200"/>
        </a:p>
      </dsp:txBody>
      <dsp:txXfrm>
        <a:off x="836323" y="2718736"/>
        <a:ext cx="9679276" cy="724089"/>
      </dsp:txXfrm>
    </dsp:sp>
    <dsp:sp modelId="{6FED4065-0B71-4D8B-ABAF-ED001CE5853B}">
      <dsp:nvSpPr>
        <dsp:cNvPr id="0" name=""/>
        <dsp:cNvSpPr/>
      </dsp:nvSpPr>
      <dsp:spPr>
        <a:xfrm>
          <a:off x="0" y="3623848"/>
          <a:ext cx="10515600" cy="724089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1F7E69-5409-4622-998C-221FCAE6995F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DDB72A-F6E7-47F3-BCBE-C55B919AEE92}">
      <dsp:nvSpPr>
        <dsp:cNvPr id="0" name=""/>
        <dsp:cNvSpPr/>
      </dsp:nvSpPr>
      <dsp:spPr>
        <a:xfrm>
          <a:off x="836323" y="3623848"/>
          <a:ext cx="9679276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baseline="0"/>
            <a:t>Organising and summarizing </a:t>
          </a:r>
          <a:r>
            <a:rPr lang="en-US" sz="1900" b="1" i="0" kern="1200" baseline="0">
              <a:solidFill>
                <a:srgbClr val="FF0000"/>
              </a:solidFill>
            </a:rPr>
            <a:t>data</a:t>
          </a:r>
          <a:r>
            <a:rPr lang="en-US" sz="1900" b="0" i="0" kern="1200" baseline="0"/>
            <a:t> to </a:t>
          </a:r>
          <a:r>
            <a:rPr lang="en-US" sz="1900" b="1" i="0" kern="1200" baseline="0"/>
            <a:t>draw conclusions </a:t>
          </a:r>
          <a:r>
            <a:rPr lang="en-US" sz="1900" b="0" i="0" kern="1200" baseline="0"/>
            <a:t>based on the information contained in the data.</a:t>
          </a:r>
          <a:endParaRPr lang="en-US" sz="1900" kern="1200"/>
        </a:p>
      </dsp:txBody>
      <dsp:txXfrm>
        <a:off x="836323" y="3623848"/>
        <a:ext cx="9679276" cy="72408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DE8CBF-9DA2-45BE-970C-AD2C96FB633B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59B564-0A09-4EB0-9492-805084737295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D1DCF-9359-4828-86C9-0150F6F69F1E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>
              <a:latin typeface="Aptos"/>
            </a:rPr>
            <a:t>Data</a:t>
          </a:r>
          <a:r>
            <a:rPr lang="en-US" sz="2300" b="0" i="0" kern="1200">
              <a:latin typeface="Aptos"/>
            </a:rPr>
            <a:t> is </a:t>
          </a:r>
          <a:r>
            <a:rPr lang="en-US" sz="2300" b="1" i="0" kern="1200">
              <a:latin typeface="Aptos"/>
            </a:rPr>
            <a:t>information collected through observation, measurement,or facts</a:t>
          </a:r>
          <a:r>
            <a:rPr lang="en-US" sz="2300" b="0" i="0" kern="1200">
              <a:latin typeface="Aptos"/>
            </a:rPr>
            <a:t>, used for </a:t>
          </a:r>
          <a:r>
            <a:rPr lang="en-US" sz="2300" b="1" i="0" kern="1200">
              <a:latin typeface="Aptos"/>
            </a:rPr>
            <a:t>reference, analysis, or research</a:t>
          </a:r>
          <a:r>
            <a:rPr lang="en-US" sz="2300" b="0" i="0" kern="1200">
              <a:latin typeface="Aptos"/>
            </a:rPr>
            <a:t>. </a:t>
          </a:r>
        </a:p>
      </dsp:txBody>
      <dsp:txXfrm>
        <a:off x="1507738" y="707092"/>
        <a:ext cx="9007861" cy="1305401"/>
      </dsp:txXfrm>
    </dsp:sp>
    <dsp:sp modelId="{E5FFD39F-B9A6-4453-A105-576FE690AA50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E72EF1-E221-4C77-9D90-A31AAF294434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AA4DC2-6EE8-4F73-A07D-C68AD776BA06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>
            <a:latin typeface="Aptos Display"/>
          </a:endParaRPr>
        </a:p>
      </dsp:txBody>
      <dsp:txXfrm>
        <a:off x="1507738" y="2338844"/>
        <a:ext cx="9007861" cy="130540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DE8CBF-9DA2-45BE-970C-AD2C96FB633B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59B564-0A09-4EB0-9492-805084737295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7D1DCF-9359-4828-86C9-0150F6F69F1E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dirty="0">
              <a:latin typeface="Aptos"/>
            </a:rPr>
            <a:t>Data</a:t>
          </a:r>
          <a:r>
            <a:rPr lang="en-US" sz="2300" b="0" i="0" kern="1200" dirty="0">
              <a:latin typeface="Aptos"/>
            </a:rPr>
            <a:t> is </a:t>
          </a:r>
          <a:r>
            <a:rPr lang="en-US" sz="2300" b="1" i="0" kern="1200" dirty="0">
              <a:latin typeface="Aptos"/>
            </a:rPr>
            <a:t>information collected through observation, measurement, or facts</a:t>
          </a:r>
          <a:r>
            <a:rPr lang="en-US" sz="2300" b="0" i="0" kern="1200" dirty="0">
              <a:latin typeface="Aptos"/>
            </a:rPr>
            <a:t>, used for </a:t>
          </a:r>
          <a:r>
            <a:rPr lang="en-US" sz="2300" b="1" i="0" kern="1200" dirty="0">
              <a:latin typeface="Aptos"/>
            </a:rPr>
            <a:t>reference, analysis, or research</a:t>
          </a:r>
          <a:r>
            <a:rPr lang="en-US" sz="2300" b="0" i="0" kern="1200" dirty="0">
              <a:latin typeface="Aptos"/>
            </a:rPr>
            <a:t>. </a:t>
          </a:r>
        </a:p>
      </dsp:txBody>
      <dsp:txXfrm>
        <a:off x="1507738" y="707092"/>
        <a:ext cx="9007861" cy="1305401"/>
      </dsp:txXfrm>
    </dsp:sp>
    <dsp:sp modelId="{FB06EF18-71F8-485E-9BFC-5E6C5CBBC509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BC22AB-32E9-4D5F-B872-1E76B7FFFBC4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98ACFB-CB1E-46B1-9E4E-9585CC6E4EAD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latin typeface="Calibri"/>
              <a:ea typeface="Calibri"/>
              <a:cs typeface="Calibri"/>
            </a:rPr>
            <a:t>It represents raw inputs that, when structured and interpreted, form the basis of knowledge and decision-making</a:t>
          </a:r>
        </a:p>
      </dsp:txBody>
      <dsp:txXfrm>
        <a:off x="1507738" y="2338844"/>
        <a:ext cx="9007861" cy="130540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B263E5-4C73-4AAE-AD17-BE9E2F944300}">
      <dsp:nvSpPr>
        <dsp:cNvPr id="0" name=""/>
        <dsp:cNvSpPr/>
      </dsp:nvSpPr>
      <dsp:spPr>
        <a:xfrm>
          <a:off x="0" y="791964"/>
          <a:ext cx="6172199" cy="14620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6EE107-4B5D-421C-8604-6F054BAE6A61}">
      <dsp:nvSpPr>
        <dsp:cNvPr id="0" name=""/>
        <dsp:cNvSpPr/>
      </dsp:nvSpPr>
      <dsp:spPr>
        <a:xfrm>
          <a:off x="442281" y="1120933"/>
          <a:ext cx="804148" cy="8041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90194B-F8DA-4785-B8C3-3AADDE35A3F8}">
      <dsp:nvSpPr>
        <dsp:cNvPr id="0" name=""/>
        <dsp:cNvSpPr/>
      </dsp:nvSpPr>
      <dsp:spPr>
        <a:xfrm>
          <a:off x="1688711" y="791964"/>
          <a:ext cx="4483488" cy="1462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738" tIns="154738" rIns="154738" bIns="15473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Descriptive Statistics: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Summarize data (mean, median, variance).</a:t>
          </a:r>
        </a:p>
      </dsp:txBody>
      <dsp:txXfrm>
        <a:off x="1688711" y="791964"/>
        <a:ext cx="4483488" cy="1462087"/>
      </dsp:txXfrm>
    </dsp:sp>
    <dsp:sp modelId="{68975EAD-67EE-445B-89F1-0F32A41922BE}">
      <dsp:nvSpPr>
        <dsp:cNvPr id="0" name=""/>
        <dsp:cNvSpPr/>
      </dsp:nvSpPr>
      <dsp:spPr>
        <a:xfrm>
          <a:off x="0" y="2619573"/>
          <a:ext cx="6172199" cy="1462087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12194B-A898-415C-AC08-D294A6FF5637}">
      <dsp:nvSpPr>
        <dsp:cNvPr id="0" name=""/>
        <dsp:cNvSpPr/>
      </dsp:nvSpPr>
      <dsp:spPr>
        <a:xfrm>
          <a:off x="442281" y="2948543"/>
          <a:ext cx="804148" cy="8041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41E845-764C-4804-916A-6B4D889D524F}">
      <dsp:nvSpPr>
        <dsp:cNvPr id="0" name=""/>
        <dsp:cNvSpPr/>
      </dsp:nvSpPr>
      <dsp:spPr>
        <a:xfrm>
          <a:off x="1688711" y="2619573"/>
          <a:ext cx="4483488" cy="14620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738" tIns="154738" rIns="154738" bIns="154738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Inferential Statistics: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Draw conclusions (hypothesis testing, confidence intervals).</a:t>
          </a:r>
        </a:p>
      </dsp:txBody>
      <dsp:txXfrm>
        <a:off x="1688711" y="2619573"/>
        <a:ext cx="4483488" cy="146208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95BFAC-723B-4E44-B924-877F5EB888CF}">
      <dsp:nvSpPr>
        <dsp:cNvPr id="0" name=""/>
        <dsp:cNvSpPr/>
      </dsp:nvSpPr>
      <dsp:spPr>
        <a:xfrm>
          <a:off x="5127606" y="1912"/>
          <a:ext cx="576855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/>
            <a:t>Mean: Average = </a:t>
          </a:r>
          <a:r>
            <a:rPr lang="el-GR" sz="2500" kern="1200"/>
            <a:t>μ = (1/</a:t>
          </a:r>
          <a:r>
            <a:rPr lang="en-ZA" sz="2500" kern="1200"/>
            <a:t>n) ∑xᵢ</a:t>
          </a:r>
          <a:r>
            <a:rPr lang="en-ZA" sz="2500" kern="1200">
              <a:latin typeface="Aptos Display" panose="02110004020202020204"/>
            </a:rPr>
            <a:t>)</a:t>
          </a:r>
          <a:endParaRPr lang="en-US" sz="2500" kern="1200"/>
        </a:p>
      </dsp:txBody>
      <dsp:txXfrm>
        <a:off x="5168419" y="42725"/>
        <a:ext cx="5686930" cy="754434"/>
      </dsp:txXfrm>
    </dsp:sp>
    <dsp:sp modelId="{0D3109C4-8C33-41F5-8D92-DD9A71998DAA}">
      <dsp:nvSpPr>
        <dsp:cNvPr id="0" name=""/>
        <dsp:cNvSpPr/>
      </dsp:nvSpPr>
      <dsp:spPr>
        <a:xfrm>
          <a:off x="5127606" y="879775"/>
          <a:ext cx="576855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/>
            <a:t>Median: Middle value</a:t>
          </a:r>
          <a:endParaRPr lang="en-US" sz="2500" kern="1200"/>
        </a:p>
      </dsp:txBody>
      <dsp:txXfrm>
        <a:off x="5168419" y="920588"/>
        <a:ext cx="5686930" cy="754434"/>
      </dsp:txXfrm>
    </dsp:sp>
    <dsp:sp modelId="{EC752870-3795-4F83-BF58-06D1B38B95A9}">
      <dsp:nvSpPr>
        <dsp:cNvPr id="0" name=""/>
        <dsp:cNvSpPr/>
      </dsp:nvSpPr>
      <dsp:spPr>
        <a:xfrm>
          <a:off x="5127606" y="1757638"/>
          <a:ext cx="576855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/>
            <a:t>Mode: Most frequent value</a:t>
          </a:r>
          <a:endParaRPr lang="en-US" sz="2500" kern="1200"/>
        </a:p>
      </dsp:txBody>
      <dsp:txXfrm>
        <a:off x="5168419" y="1798451"/>
        <a:ext cx="5686930" cy="754434"/>
      </dsp:txXfrm>
    </dsp:sp>
    <dsp:sp modelId="{25714DC1-F43A-4BAA-A677-9C76DC208360}">
      <dsp:nvSpPr>
        <dsp:cNvPr id="0" name=""/>
        <dsp:cNvSpPr/>
      </dsp:nvSpPr>
      <dsp:spPr>
        <a:xfrm>
          <a:off x="5127606" y="2635502"/>
          <a:ext cx="576855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/>
            <a:t>Variance: Spread = </a:t>
          </a:r>
          <a:r>
            <a:rPr lang="el-GR" sz="2500" kern="1200"/>
            <a:t>σ² = (1/</a:t>
          </a:r>
          <a:r>
            <a:rPr lang="en-ZA" sz="2500" kern="1200"/>
            <a:t>n) ∑(xᵢ - </a:t>
          </a:r>
          <a:r>
            <a:rPr lang="el-GR" sz="2500" kern="1200"/>
            <a:t>μ)²</a:t>
          </a:r>
          <a:endParaRPr lang="en-US" sz="2500" kern="1200"/>
        </a:p>
      </dsp:txBody>
      <dsp:txXfrm>
        <a:off x="5168419" y="2676315"/>
        <a:ext cx="5686930" cy="754434"/>
      </dsp:txXfrm>
    </dsp:sp>
    <dsp:sp modelId="{D9F21BF0-3EA7-42BE-BD59-4443AA382F96}">
      <dsp:nvSpPr>
        <dsp:cNvPr id="0" name=""/>
        <dsp:cNvSpPr/>
      </dsp:nvSpPr>
      <dsp:spPr>
        <a:xfrm>
          <a:off x="5127606" y="3513365"/>
          <a:ext cx="5768556" cy="83606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500" kern="1200"/>
            <a:t>Standard Deviation = √Variance</a:t>
          </a:r>
          <a:endParaRPr lang="en-US" sz="2500" kern="1200"/>
        </a:p>
      </dsp:txBody>
      <dsp:txXfrm>
        <a:off x="5168419" y="3554178"/>
        <a:ext cx="5686930" cy="75443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AE6C8-C503-45ED-B19C-2BD16532E4A3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57DF5-0E92-48DC-B624-A1A9CB0FF3E3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mbria"/>
              <a:ea typeface="Cambria"/>
            </a:rPr>
            <a:t>The </a:t>
          </a:r>
          <a:r>
            <a:rPr lang="en-US" sz="1700" b="0" kern="1200">
              <a:latin typeface="Cambria"/>
              <a:ea typeface="Cambria"/>
            </a:rPr>
            <a:t>British former GP Harold Shipman murdered at least 215 of his patients</a:t>
          </a:r>
          <a:r>
            <a:rPr lang="en-US" sz="1700" kern="1200">
              <a:latin typeface="Cambria"/>
              <a:ea typeface="Cambria"/>
            </a:rPr>
            <a:t>, the </a:t>
          </a:r>
          <a:r>
            <a:rPr lang="en-US" sz="1700" b="0" kern="1200">
              <a:latin typeface="Cambria"/>
              <a:ea typeface="Cambria"/>
            </a:rPr>
            <a:t>first phase of the public inquiry into the serial killings concluded last week. There </a:t>
          </a:r>
          <a:r>
            <a:rPr lang="en-US" sz="1700" kern="1200">
              <a:latin typeface="Cambria"/>
              <a:ea typeface="Cambria"/>
            </a:rPr>
            <a:t>is a “real suspicion” that he claimed the lives of another 45 victims, according to the </a:t>
          </a:r>
          <a:r>
            <a:rPr lang="en-US" sz="1700" b="0" kern="1200">
              <a:latin typeface="Cambria"/>
              <a:ea typeface="Cambria"/>
            </a:rPr>
            <a:t>judge leading </a:t>
          </a:r>
          <a:r>
            <a:rPr lang="en-US" sz="1700" kern="1200">
              <a:latin typeface="Cambria"/>
              <a:ea typeface="Cambria"/>
            </a:rPr>
            <a:t>the inquiry.</a:t>
          </a:r>
        </a:p>
      </dsp:txBody>
      <dsp:txXfrm>
        <a:off x="0" y="0"/>
        <a:ext cx="10515600" cy="1087834"/>
      </dsp:txXfrm>
    </dsp:sp>
    <dsp:sp modelId="{4099C597-9A3E-4A34-ABD2-C8FB7EC77392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5A50EE-4209-4666-B02A-3A35376E9E95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>
              <a:latin typeface="Cambria"/>
              <a:ea typeface="Cambria"/>
            </a:rPr>
            <a:t>High court judge Dame Janet Smith said Shipman may have been hoping to get caught when he altered the will of his last victim, Kathleen Grundy, 81. The “crude forgery” </a:t>
          </a:r>
          <a:r>
            <a:rPr lang="en-US" sz="1700" b="0" kern="1200" dirty="0">
              <a:latin typeface="Cambria"/>
              <a:ea typeface="Cambria"/>
            </a:rPr>
            <a:t>of </a:t>
          </a:r>
          <a:r>
            <a:rPr lang="en-US" sz="1700" kern="1200" dirty="0">
              <a:latin typeface="Cambria"/>
              <a:ea typeface="Cambria"/>
            </a:rPr>
            <a:t>the will “made detection inevitable,” she said, concluding: “It </a:t>
          </a:r>
          <a:r>
            <a:rPr lang="en-US" sz="1700" b="0" kern="1200" dirty="0">
              <a:latin typeface="Cambria"/>
              <a:ea typeface="Cambria"/>
            </a:rPr>
            <a:t>is hard </a:t>
          </a:r>
          <a:r>
            <a:rPr lang="en-US" sz="1700" kern="1200" dirty="0">
              <a:latin typeface="Cambria"/>
              <a:ea typeface="Cambria"/>
            </a:rPr>
            <a:t>to resist the </a:t>
          </a:r>
          <a:r>
            <a:rPr lang="en-US" sz="1700" b="0" kern="1200" dirty="0">
              <a:latin typeface="Cambria"/>
              <a:ea typeface="Cambria"/>
            </a:rPr>
            <a:t>inference </a:t>
          </a:r>
          <a:r>
            <a:rPr lang="en-US" sz="1700" kern="1200" dirty="0">
              <a:latin typeface="Cambria"/>
              <a:ea typeface="Cambria"/>
            </a:rPr>
            <a:t>that Shipman was driven by a need to draw attention to himself and his crimes.”</a:t>
          </a:r>
          <a:endParaRPr lang="en-US" sz="1700" kern="1200" dirty="0"/>
        </a:p>
      </dsp:txBody>
      <dsp:txXfrm>
        <a:off x="0" y="1087834"/>
        <a:ext cx="10515600" cy="1087834"/>
      </dsp:txXfrm>
    </dsp:sp>
    <dsp:sp modelId="{64DC0D63-48A8-4FDF-8F58-0AA840D17197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0AFDA4-61EE-422F-8A8C-D7373A927B94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mbria"/>
              <a:ea typeface="Cambria"/>
            </a:rPr>
            <a:t>The inquiry examined a total of 888 cases in its 2000 page report, </a:t>
          </a:r>
          <a:r>
            <a:rPr lang="en-US" sz="1700" i="1" kern="1200">
              <a:latin typeface="Cambria"/>
              <a:ea typeface="Cambria"/>
            </a:rPr>
            <a:t>Death Disguised</a:t>
          </a:r>
          <a:r>
            <a:rPr lang="en-US" sz="1700" kern="1200">
              <a:latin typeface="Cambria"/>
              <a:ea typeface="Cambria"/>
            </a:rPr>
            <a:t>. Shipman was found not responsible for 604 deaths, and no conclusion was reached in a further 38 cases. The 215 people that the inquiry determined were killed by Shipman comprised 171 women and 44 men.</a:t>
          </a:r>
        </a:p>
      </dsp:txBody>
      <dsp:txXfrm>
        <a:off x="0" y="2175669"/>
        <a:ext cx="10515600" cy="1087834"/>
      </dsp:txXfrm>
    </dsp:sp>
    <dsp:sp modelId="{C6FADD3E-4944-4A0D-9E33-BE7526E9C1F3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5E429-0FF5-4D7E-930E-94488FC2CEDA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0" y="3263503"/>
        <a:ext cx="10515600" cy="108783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D9D01E-6C3D-4B9E-BB89-F85C51BA3577}">
      <dsp:nvSpPr>
        <dsp:cNvPr id="0" name=""/>
        <dsp:cNvSpPr/>
      </dsp:nvSpPr>
      <dsp:spPr>
        <a:xfrm>
          <a:off x="82613" y="1727046"/>
          <a:ext cx="897246" cy="897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C96286-9179-40FC-85F7-6F51FD6FFA50}">
      <dsp:nvSpPr>
        <dsp:cNvPr id="0" name=""/>
        <dsp:cNvSpPr/>
      </dsp:nvSpPr>
      <dsp:spPr>
        <a:xfrm>
          <a:off x="271034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3F5D7C-CF6E-4559-8EFD-BF7352C4507D}">
      <dsp:nvSpPr>
        <dsp:cNvPr id="0" name=""/>
        <dsp:cNvSpPr/>
      </dsp:nvSpPr>
      <dsp:spPr>
        <a:xfrm>
          <a:off x="1172126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000" b="1" kern="1200" dirty="0"/>
            <a:t>Formula:</a:t>
          </a:r>
          <a:br>
            <a:rPr lang="en-ZA" sz="2000" kern="1200" dirty="0"/>
          </a:br>
          <a:r>
            <a:rPr lang="en-ZA" sz="2000" kern="1200" dirty="0"/>
            <a:t>P(A|B) = P(B|A) * P(A) / P(B)</a:t>
          </a:r>
          <a:endParaRPr lang="en-US" sz="2000" kern="1200" dirty="0"/>
        </a:p>
      </dsp:txBody>
      <dsp:txXfrm>
        <a:off x="1172126" y="1727046"/>
        <a:ext cx="2114937" cy="897246"/>
      </dsp:txXfrm>
    </dsp:sp>
    <dsp:sp modelId="{CB982639-7951-4286-8133-DF3048534D76}">
      <dsp:nvSpPr>
        <dsp:cNvPr id="0" name=""/>
        <dsp:cNvSpPr/>
      </dsp:nvSpPr>
      <dsp:spPr>
        <a:xfrm>
          <a:off x="3655575" y="1727046"/>
          <a:ext cx="897246" cy="897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B6C7BB-8471-4DC5-B505-048B3C631A98}">
      <dsp:nvSpPr>
        <dsp:cNvPr id="0" name=""/>
        <dsp:cNvSpPr/>
      </dsp:nvSpPr>
      <dsp:spPr>
        <a:xfrm>
          <a:off x="3843996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64AB5C-006A-4573-86BB-37864B30854B}">
      <dsp:nvSpPr>
        <dsp:cNvPr id="0" name=""/>
        <dsp:cNvSpPr/>
      </dsp:nvSpPr>
      <dsp:spPr>
        <a:xfrm>
          <a:off x="4745088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Logic: </a:t>
          </a:r>
          <a:br>
            <a:rPr lang="en-US" sz="2000" kern="1200" dirty="0"/>
          </a:br>
          <a:r>
            <a:rPr lang="en-US" sz="2000" kern="1200" dirty="0"/>
            <a:t>Combine prior knowledge P(A) and observed data P(B∣A) to </a:t>
          </a:r>
          <a:r>
            <a:rPr lang="en-US" sz="2000" b="1" kern="1200" dirty="0"/>
            <a:t>update belief</a:t>
          </a:r>
          <a:endParaRPr lang="en-US" sz="2000" kern="1200" dirty="0"/>
        </a:p>
      </dsp:txBody>
      <dsp:txXfrm>
        <a:off x="4745088" y="1727046"/>
        <a:ext cx="2114937" cy="897246"/>
      </dsp:txXfrm>
    </dsp:sp>
    <dsp:sp modelId="{89DEE943-4D44-40DD-A44F-589CA2B46D1E}">
      <dsp:nvSpPr>
        <dsp:cNvPr id="0" name=""/>
        <dsp:cNvSpPr/>
      </dsp:nvSpPr>
      <dsp:spPr>
        <a:xfrm>
          <a:off x="7228536" y="1727046"/>
          <a:ext cx="897246" cy="897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34A013-A623-4751-88A3-318F4E5C6192}">
      <dsp:nvSpPr>
        <dsp:cNvPr id="0" name=""/>
        <dsp:cNvSpPr/>
      </dsp:nvSpPr>
      <dsp:spPr>
        <a:xfrm>
          <a:off x="7416958" y="1915467"/>
          <a:ext cx="520402" cy="52040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083013-8DB8-40E3-BDDE-11D955FACE91}">
      <dsp:nvSpPr>
        <dsp:cNvPr id="0" name=""/>
        <dsp:cNvSpPr/>
      </dsp:nvSpPr>
      <dsp:spPr>
        <a:xfrm>
          <a:off x="8318049" y="1727046"/>
          <a:ext cx="2114937" cy="897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Core to </a:t>
          </a:r>
          <a:r>
            <a:rPr lang="en-US" sz="2000" b="1" kern="1200" dirty="0"/>
            <a:t>Bayesian reasoning</a:t>
          </a:r>
          <a:r>
            <a:rPr lang="en-US" sz="2000" kern="1200" dirty="0"/>
            <a:t>, </a:t>
          </a:r>
          <a:r>
            <a:rPr lang="en-US" sz="2000" b="1" kern="1200" dirty="0"/>
            <a:t>probabilistic classifiers</a:t>
          </a:r>
          <a:r>
            <a:rPr lang="en-US" sz="2000" kern="1200" dirty="0"/>
            <a:t>, and </a:t>
          </a:r>
          <a:r>
            <a:rPr lang="en-US" sz="2000" b="1" kern="1200" dirty="0"/>
            <a:t>medical diagnostics</a:t>
          </a:r>
          <a:endParaRPr lang="en-US" sz="2000" kern="1200" dirty="0"/>
        </a:p>
      </dsp:txBody>
      <dsp:txXfrm>
        <a:off x="8318049" y="1727046"/>
        <a:ext cx="2114937" cy="89724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0A004D-6F7F-493B-AE91-97588A288641}">
      <dsp:nvSpPr>
        <dsp:cNvPr id="0" name=""/>
        <dsp:cNvSpPr/>
      </dsp:nvSpPr>
      <dsp:spPr>
        <a:xfrm>
          <a:off x="6411830" y="2562"/>
          <a:ext cx="7213309" cy="4159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Practical Case Study</a:t>
          </a:r>
          <a:endParaRPr lang="en-US" sz="1400" kern="1200"/>
        </a:p>
      </dsp:txBody>
      <dsp:txXfrm>
        <a:off x="6432133" y="22865"/>
        <a:ext cx="7172703" cy="375299"/>
      </dsp:txXfrm>
    </dsp:sp>
    <dsp:sp modelId="{F3B3274B-9648-4686-A791-5DDBBC3564DA}">
      <dsp:nvSpPr>
        <dsp:cNvPr id="0" name=""/>
        <dsp:cNvSpPr/>
      </dsp:nvSpPr>
      <dsp:spPr>
        <a:xfrm>
          <a:off x="6411830" y="439263"/>
          <a:ext cx="7213309" cy="4159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Scenario: A university wants to identify students at risk of failing </a:t>
          </a:r>
          <a:r>
            <a:rPr lang="en-US" sz="1400" kern="1200" dirty="0" err="1"/>
            <a:t>beforethe</a:t>
          </a:r>
          <a:r>
            <a:rPr lang="en-US" sz="1400" kern="1200" dirty="0"/>
            <a:t> final exam.</a:t>
          </a:r>
        </a:p>
      </dsp:txBody>
      <dsp:txXfrm>
        <a:off x="6432133" y="459566"/>
        <a:ext cx="7172703" cy="375299"/>
      </dsp:txXfrm>
    </dsp:sp>
    <dsp:sp modelId="{F33B6C1B-3A0D-49C2-83A8-20AC97D8E9AD}">
      <dsp:nvSpPr>
        <dsp:cNvPr id="0" name=""/>
        <dsp:cNvSpPr/>
      </dsp:nvSpPr>
      <dsp:spPr>
        <a:xfrm>
          <a:off x="6411830" y="875964"/>
          <a:ext cx="7213309" cy="4159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Your dataset:</a:t>
          </a:r>
          <a:endParaRPr lang="en-US" sz="1400" kern="1200"/>
        </a:p>
      </dsp:txBody>
      <dsp:txXfrm>
        <a:off x="6432133" y="896267"/>
        <a:ext cx="7172703" cy="375299"/>
      </dsp:txXfrm>
    </dsp:sp>
    <dsp:sp modelId="{704B496F-C8AA-48E4-B4D3-AB5EA700A2B3}">
      <dsp:nvSpPr>
        <dsp:cNvPr id="0" name=""/>
        <dsp:cNvSpPr/>
      </dsp:nvSpPr>
      <dsp:spPr>
        <a:xfrm>
          <a:off x="6411830" y="1312665"/>
          <a:ext cx="7213309" cy="4159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Student 1 — 5 </a:t>
          </a:r>
          <a:r>
            <a:rPr lang="en-US" sz="1400" kern="1200" dirty="0" err="1"/>
            <a:t>hrs</a:t>
          </a:r>
          <a:r>
            <a:rPr lang="en-US" sz="1400" kern="1200" dirty="0"/>
            <a:t> study, 60% attendance, 45 assignment, 48 exam</a:t>
          </a:r>
        </a:p>
      </dsp:txBody>
      <dsp:txXfrm>
        <a:off x="6432133" y="1332968"/>
        <a:ext cx="7172703" cy="375299"/>
      </dsp:txXfrm>
    </dsp:sp>
    <dsp:sp modelId="{4A536B91-F091-4A2C-AB1F-6C9D704D8163}">
      <dsp:nvSpPr>
        <dsp:cNvPr id="0" name=""/>
        <dsp:cNvSpPr/>
      </dsp:nvSpPr>
      <dsp:spPr>
        <a:xfrm>
          <a:off x="6411830" y="1749365"/>
          <a:ext cx="7213309" cy="4159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Student 2 — 8 </a:t>
          </a:r>
          <a:r>
            <a:rPr lang="en-US" sz="1400" kern="1200" dirty="0" err="1"/>
            <a:t>hrs</a:t>
          </a:r>
          <a:r>
            <a:rPr lang="en-US" sz="1400" kern="1200" dirty="0"/>
            <a:t> study, 75% attendance, 58 assignment, 60 exam</a:t>
          </a:r>
        </a:p>
      </dsp:txBody>
      <dsp:txXfrm>
        <a:off x="6432133" y="1769668"/>
        <a:ext cx="7172703" cy="375299"/>
      </dsp:txXfrm>
    </dsp:sp>
    <dsp:sp modelId="{CA594198-1509-496E-8D10-684FC55B438F}">
      <dsp:nvSpPr>
        <dsp:cNvPr id="0" name=""/>
        <dsp:cNvSpPr/>
      </dsp:nvSpPr>
      <dsp:spPr>
        <a:xfrm>
          <a:off x="6411830" y="2186066"/>
          <a:ext cx="7213309" cy="4159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Student 3 — 10 </a:t>
          </a:r>
          <a:r>
            <a:rPr lang="en-US" sz="1400" kern="1200" dirty="0" err="1"/>
            <a:t>hrs</a:t>
          </a:r>
          <a:r>
            <a:rPr lang="en-US" sz="1400" kern="1200" dirty="0"/>
            <a:t> study, 80% attendance, 62 assignment, 67 exam</a:t>
          </a:r>
        </a:p>
      </dsp:txBody>
      <dsp:txXfrm>
        <a:off x="6432133" y="2206369"/>
        <a:ext cx="7172703" cy="375299"/>
      </dsp:txXfrm>
    </dsp:sp>
    <dsp:sp modelId="{94D036F0-32CE-48FB-998A-A80E6F6779F4}">
      <dsp:nvSpPr>
        <dsp:cNvPr id="0" name=""/>
        <dsp:cNvSpPr/>
      </dsp:nvSpPr>
      <dsp:spPr>
        <a:xfrm>
          <a:off x="6411830" y="2622767"/>
          <a:ext cx="7213309" cy="4159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Student 4 — 12 </a:t>
          </a:r>
          <a:r>
            <a:rPr lang="en-US" sz="1400" kern="1200" dirty="0" err="1"/>
            <a:t>hrs</a:t>
          </a:r>
          <a:r>
            <a:rPr lang="en-US" sz="1400" kern="1200" dirty="0"/>
            <a:t> study, 85% attendance, 70 assignment, 74 exam</a:t>
          </a:r>
        </a:p>
      </dsp:txBody>
      <dsp:txXfrm>
        <a:off x="6432133" y="2643070"/>
        <a:ext cx="7172703" cy="375299"/>
      </dsp:txXfrm>
    </dsp:sp>
    <dsp:sp modelId="{6BBF8848-6B39-4B42-8E0A-FCFA1CD1A6D7}">
      <dsp:nvSpPr>
        <dsp:cNvPr id="0" name=""/>
        <dsp:cNvSpPr/>
      </dsp:nvSpPr>
      <dsp:spPr>
        <a:xfrm>
          <a:off x="6411830" y="3059468"/>
          <a:ext cx="7213309" cy="4159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Student 5 — 15 </a:t>
          </a:r>
          <a:r>
            <a:rPr lang="en-US" sz="1400" kern="1200" dirty="0" err="1"/>
            <a:t>hrs</a:t>
          </a:r>
          <a:r>
            <a:rPr lang="en-US" sz="1400" kern="1200" dirty="0"/>
            <a:t> study, 90% attendance, 82 assignment, 85 exam</a:t>
          </a:r>
        </a:p>
      </dsp:txBody>
      <dsp:txXfrm>
        <a:off x="6432133" y="3079771"/>
        <a:ext cx="7172703" cy="375299"/>
      </dsp:txXfrm>
    </dsp:sp>
    <dsp:sp modelId="{FCB9AFB3-5C09-4846-A46B-A82CC8C40B9E}">
      <dsp:nvSpPr>
        <dsp:cNvPr id="0" name=""/>
        <dsp:cNvSpPr/>
      </dsp:nvSpPr>
      <dsp:spPr>
        <a:xfrm>
          <a:off x="6411830" y="3496168"/>
          <a:ext cx="7213309" cy="4159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Student 6 — 18 </a:t>
          </a:r>
          <a:r>
            <a:rPr lang="en-US" sz="1400" kern="1200" dirty="0" err="1"/>
            <a:t>hrs</a:t>
          </a:r>
          <a:r>
            <a:rPr lang="en-US" sz="1400" kern="1200" dirty="0"/>
            <a:t> study, 95% attendance, 90 assignment, 92 exam</a:t>
          </a:r>
        </a:p>
      </dsp:txBody>
      <dsp:txXfrm>
        <a:off x="6432133" y="3516471"/>
        <a:ext cx="7172703" cy="375299"/>
      </dsp:txXfrm>
    </dsp:sp>
    <dsp:sp modelId="{929CBC64-5084-44A0-AE8C-1AD91DA7BA56}">
      <dsp:nvSpPr>
        <dsp:cNvPr id="0" name=""/>
        <dsp:cNvSpPr/>
      </dsp:nvSpPr>
      <dsp:spPr>
        <a:xfrm>
          <a:off x="6411830" y="3932869"/>
          <a:ext cx="7213309" cy="41590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i="1" kern="1200"/>
            <a:t>Variables: Study Hours | Attendance | Assignment Score | Exam Score</a:t>
          </a:r>
          <a:endParaRPr lang="en-US" sz="1400" b="1" kern="1200"/>
        </a:p>
      </dsp:txBody>
      <dsp:txXfrm>
        <a:off x="6432133" y="3953172"/>
        <a:ext cx="7172703" cy="375299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2B3995-C3DA-4E7D-B929-5424E2AB5F56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8BAA762C-49C4-45A3-B400-282ECEDAAF5B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Step 1: Understand the Problem</a:t>
          </a:r>
          <a:endParaRPr lang="en-US" sz="1700" kern="1200"/>
        </a:p>
      </dsp:txBody>
      <dsp:txXfrm>
        <a:off x="8061" y="5979"/>
        <a:ext cx="3034531" cy="1820718"/>
      </dsp:txXfrm>
    </dsp:sp>
    <dsp:sp modelId="{C89F3E99-DCC4-47A0-A5A0-85E7250BE23E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8AE197A4-C2A5-48FC-A410-DAE726021B43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Before calculating anything</a:t>
          </a:r>
          <a:r>
            <a:rPr lang="en-US" sz="1700" kern="1200">
              <a:latin typeface="Arial"/>
            </a:rPr>
            <a:t> -</a:t>
          </a:r>
          <a:r>
            <a:rPr lang="en-US" sz="1700" kern="1200"/>
            <a:t> ask questions: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What does success mean in this context?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Which variables might influence performance?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What is missing from the data?</a:t>
          </a:r>
        </a:p>
      </dsp:txBody>
      <dsp:txXfrm>
        <a:off x="3740534" y="5979"/>
        <a:ext cx="3034531" cy="1820718"/>
      </dsp:txXfrm>
    </dsp:sp>
    <dsp:sp modelId="{3248FADF-A8F0-472C-BF22-991004C4E422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FCB5AB80-17FD-42B2-B3EF-55E04390B9DF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Statistical Thinking: The question comes before the data.</a:t>
          </a:r>
          <a:endParaRPr lang="en-US" sz="1700" kern="1200"/>
        </a:p>
      </dsp:txBody>
      <dsp:txXfrm>
        <a:off x="7473007" y="5979"/>
        <a:ext cx="3034531" cy="1820718"/>
      </dsp:txXfrm>
    </dsp:sp>
    <dsp:sp modelId="{784DC840-1B5B-4DD4-BDAE-B5B1EE4C6BEC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C35AC9CD-60AD-4191-BAD3-E537889E3077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Step 2: Explore the Data</a:t>
          </a:r>
          <a:endParaRPr lang="en-US" sz="1700" kern="1200"/>
        </a:p>
      </dsp:txBody>
      <dsp:txXfrm>
        <a:off x="8061" y="2524640"/>
        <a:ext cx="3034531" cy="1820718"/>
      </dsp:txXfrm>
    </dsp:sp>
    <dsp:sp modelId="{E83F9098-2447-4EBD-A5B7-B7B02DFFF082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FD5262B6-12E7-4AC2-BC4F-8CB4085AE953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Calculate summary statistics: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Mean study hours — what is typical?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Mean attendance percentage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Mean assignment and exam scores</a:t>
          </a:r>
        </a:p>
      </dsp:txBody>
      <dsp:txXfrm>
        <a:off x="3740534" y="2524640"/>
        <a:ext cx="3034531" cy="1820718"/>
      </dsp:txXfrm>
    </dsp:sp>
    <dsp:sp modelId="{0A4ED61C-D83C-4608-9009-9E3B1768D7E8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Discussion: Are there any unusual observations?</a:t>
          </a:r>
          <a:endParaRPr lang="en-US" sz="1700" kern="1200"/>
        </a:p>
      </dsp:txBody>
      <dsp:txXfrm>
        <a:off x="7473007" y="2524640"/>
        <a:ext cx="3034531" cy="182071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61FC7F-5B37-4D0B-9EF0-4CEC1AEDC0D9}">
      <dsp:nvSpPr>
        <dsp:cNvPr id="0" name=""/>
        <dsp:cNvSpPr/>
      </dsp:nvSpPr>
      <dsp:spPr>
        <a:xfrm>
          <a:off x="0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Why does variability matter?</a:t>
          </a:r>
          <a:endParaRPr lang="en-US" sz="1700" kern="1200"/>
        </a:p>
      </dsp:txBody>
      <dsp:txXfrm>
        <a:off x="0" y="39687"/>
        <a:ext cx="3286125" cy="1971675"/>
      </dsp:txXfrm>
    </dsp:sp>
    <dsp:sp modelId="{2ED5166A-F7FB-46F4-B8CE-D06BB8F37275}">
      <dsp:nvSpPr>
        <dsp:cNvPr id="0" name=""/>
        <dsp:cNvSpPr/>
      </dsp:nvSpPr>
      <dsp:spPr>
        <a:xfrm>
          <a:off x="3614737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Two datasets can have the same mean but be completely different.</a:t>
          </a:r>
        </a:p>
      </dsp:txBody>
      <dsp:txXfrm>
        <a:off x="3614737" y="39687"/>
        <a:ext cx="3286125" cy="1971675"/>
      </dsp:txXfrm>
    </dsp:sp>
    <dsp:sp modelId="{22BA26F7-668F-4E33-A924-C281C1018776}">
      <dsp:nvSpPr>
        <dsp:cNvPr id="0" name=""/>
        <dsp:cNvSpPr/>
      </dsp:nvSpPr>
      <dsp:spPr>
        <a:xfrm>
          <a:off x="7229475" y="39687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For Study Hours and Final Exam Scores, calculate: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Range = Maximum value − Minimum value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Variance = Average squared distance from the mean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Standard Deviation = Square root of variance (typical distance from the mean)</a:t>
          </a:r>
        </a:p>
      </dsp:txBody>
      <dsp:txXfrm>
        <a:off x="7229475" y="39687"/>
        <a:ext cx="3286125" cy="1971675"/>
      </dsp:txXfrm>
    </dsp:sp>
    <dsp:sp modelId="{ABA3099D-A6F5-4D9C-B023-D1002833B49C}">
      <dsp:nvSpPr>
        <dsp:cNvPr id="0" name=""/>
        <dsp:cNvSpPr/>
      </dsp:nvSpPr>
      <dsp:spPr>
        <a:xfrm>
          <a:off x="1807368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Example — Study Hours: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Values: 5, 8, 10, 12, 15, 18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Mean = 11.33   |   Range = 13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Standard Deviation ≈ 4.5  →  Data is moderately spread</a:t>
          </a:r>
        </a:p>
      </dsp:txBody>
      <dsp:txXfrm>
        <a:off x="1807368" y="2339975"/>
        <a:ext cx="3286125" cy="1971675"/>
      </dsp:txXfrm>
    </dsp:sp>
    <dsp:sp modelId="{E1756D26-4BE9-4FC1-A728-C873F7C23977}">
      <dsp:nvSpPr>
        <dsp:cNvPr id="0" name=""/>
        <dsp:cNvSpPr/>
      </dsp:nvSpPr>
      <dsp:spPr>
        <a:xfrm>
          <a:off x="5422106" y="2339975"/>
          <a:ext cx="3286125" cy="1971675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Key Insight: High variability = students are very different from each other.</a:t>
          </a:r>
          <a:endParaRPr lang="en-US" sz="1700" kern="1200"/>
        </a:p>
      </dsp:txBody>
      <dsp:txXfrm>
        <a:off x="5422106" y="2339975"/>
        <a:ext cx="3286125" cy="1971675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3A9237-4DBF-4E21-B9DE-B8AC932D9DFE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A2C7B210-86C3-485A-9F86-94B3D44A9AE2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Histogram of Final Exam Scores: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Is the distribution symmetric or skewed?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Are scores clustered together or spread out?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Are any scores unusually low (potential at-risk students)?</a:t>
          </a:r>
        </a:p>
      </dsp:txBody>
      <dsp:txXfrm>
        <a:off x="8061" y="5979"/>
        <a:ext cx="3034531" cy="1820718"/>
      </dsp:txXfrm>
    </dsp:sp>
    <dsp:sp modelId="{CEBF96D7-31C7-4222-9343-7BF8B38D239B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D13ABC53-5E76-4634-A94D-99F69F9C09E8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Scatter Plot — Study Hours vs Final Exam Score: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Plot each student as a point: x = study hours, y = exam score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Look for a trend: do more study hours lead to higher scores?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Identify outliers: students who studied a lot but still scored low</a:t>
          </a:r>
        </a:p>
      </dsp:txBody>
      <dsp:txXfrm>
        <a:off x="3740534" y="5979"/>
        <a:ext cx="3034531" cy="1820718"/>
      </dsp:txXfrm>
    </dsp:sp>
    <dsp:sp modelId="{27327782-AF9E-4EDE-9904-7FD1F67C5188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7CE04390-532F-43F1-B1CF-AC4834EB8842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Golden Rule of Data Science:</a:t>
          </a:r>
          <a:endParaRPr lang="en-US" sz="1600" kern="1200"/>
        </a:p>
      </dsp:txBody>
      <dsp:txXfrm>
        <a:off x="7473007" y="5979"/>
        <a:ext cx="3034531" cy="1820718"/>
      </dsp:txXfrm>
    </dsp:sp>
    <dsp:sp modelId="{8BBBF1D8-4D44-4828-B839-B6F123E28523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88FBAF2D-5991-41FA-815E-B3A3C3D2FC35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Always visualise before you model. A chart reveals what a formula cannot.</a:t>
          </a:r>
          <a:endParaRPr lang="en-US" sz="1600" kern="1200"/>
        </a:p>
      </dsp:txBody>
      <dsp:txXfrm>
        <a:off x="8061" y="2524640"/>
        <a:ext cx="3034531" cy="1820718"/>
      </dsp:txXfrm>
    </dsp:sp>
    <dsp:sp modelId="{1150C406-DD56-49E5-989C-A628AC57D9F0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Visualisation reveals patterns, clusters, outliers, and errors.</a:t>
          </a:r>
        </a:p>
      </dsp:txBody>
      <dsp:txXfrm>
        <a:off x="3740534" y="2524640"/>
        <a:ext cx="3034531" cy="182071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84FE55-7C36-4E36-B4C6-7B269FD81FE9}">
      <dsp:nvSpPr>
        <dsp:cNvPr id="0" name=""/>
        <dsp:cNvSpPr/>
      </dsp:nvSpPr>
      <dsp:spPr>
        <a:xfrm>
          <a:off x="1331" y="2170511"/>
          <a:ext cx="2180964" cy="1744771"/>
        </a:xfrm>
        <a:prstGeom prst="homePlate">
          <a:avLst>
            <a:gd name="adj" fmla="val 2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940" tIns="30480" rIns="307758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Correlation tells us: do two variables move together?</a:t>
          </a:r>
          <a:endParaRPr lang="en-US" sz="1200" kern="1200"/>
        </a:p>
      </dsp:txBody>
      <dsp:txXfrm>
        <a:off x="1331" y="2170511"/>
        <a:ext cx="1962868" cy="1744771"/>
      </dsp:txXfrm>
    </dsp:sp>
    <dsp:sp modelId="{0AE7337A-91A9-4B65-B5C7-F135480DFBE0}">
      <dsp:nvSpPr>
        <dsp:cNvPr id="0" name=""/>
        <dsp:cNvSpPr/>
      </dsp:nvSpPr>
      <dsp:spPr>
        <a:xfrm>
          <a:off x="1746103" y="2170511"/>
          <a:ext cx="2180964" cy="1744771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940" tIns="30480" rIns="76940" bIns="3048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Calculate correlation between: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Study Hours vs Exam Score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Attendance vs Exam Score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Assignment Score vs Exam Score</a:t>
          </a:r>
        </a:p>
      </dsp:txBody>
      <dsp:txXfrm>
        <a:off x="2182296" y="2170511"/>
        <a:ext cx="1308578" cy="1744771"/>
      </dsp:txXfrm>
    </dsp:sp>
    <dsp:sp modelId="{451497BA-4553-46AF-8A40-B93EAD0E1464}">
      <dsp:nvSpPr>
        <dsp:cNvPr id="0" name=""/>
        <dsp:cNvSpPr/>
      </dsp:nvSpPr>
      <dsp:spPr>
        <a:xfrm>
          <a:off x="3490874" y="2170511"/>
          <a:ext cx="2180964" cy="1744771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940" tIns="30480" rIns="76940" bIns="3048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Interpreting the correlation value (r):</a:t>
          </a:r>
          <a:endParaRPr lang="en-US" sz="1200" kern="1200"/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r close to +1 → Strong positive relationship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r close to 0 → Weak or no relationship</a:t>
          </a:r>
        </a:p>
        <a:p>
          <a:pPr marL="57150" lvl="1" indent="-57150" algn="l" defTabSz="400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900" kern="1200"/>
            <a:t>r close to −1 → Strong negative relationship</a:t>
          </a:r>
        </a:p>
      </dsp:txBody>
      <dsp:txXfrm>
        <a:off x="3927067" y="2170511"/>
        <a:ext cx="1308578" cy="1744771"/>
      </dsp:txXfrm>
    </dsp:sp>
    <dsp:sp modelId="{DAF5C77B-D0EB-40A4-8CC4-3E09C907545C}">
      <dsp:nvSpPr>
        <dsp:cNvPr id="0" name=""/>
        <dsp:cNvSpPr/>
      </dsp:nvSpPr>
      <dsp:spPr>
        <a:xfrm>
          <a:off x="5235646" y="2170511"/>
          <a:ext cx="2180964" cy="1744771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940" tIns="30480" rIns="76940" bIns="30480" numCol="1" spcCol="1270" anchor="ctr" anchorCtr="0">
          <a:noAutofit/>
        </a:bodyPr>
        <a:lstStyle/>
        <a:p>
          <a:pPr marL="0" lvl="0" indent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Warning</a:t>
          </a:r>
          <a:r>
            <a:rPr lang="en-US" sz="1200" b="1" kern="1200">
              <a:latin typeface="Arial"/>
            </a:rPr>
            <a:t> -</a:t>
          </a:r>
          <a:r>
            <a:rPr lang="en-US" sz="1200" b="1" kern="1200"/>
            <a:t> Correlation is NOT Causation:</a:t>
          </a:r>
          <a:endParaRPr lang="en-US" sz="1200" kern="1200"/>
        </a:p>
      </dsp:txBody>
      <dsp:txXfrm>
        <a:off x="5671839" y="2170511"/>
        <a:ext cx="1308578" cy="1744771"/>
      </dsp:txXfrm>
    </dsp:sp>
    <dsp:sp modelId="{85E0DD76-BC45-4198-81DB-12EA0EF94EC2}">
      <dsp:nvSpPr>
        <dsp:cNvPr id="0" name=""/>
        <dsp:cNvSpPr/>
      </dsp:nvSpPr>
      <dsp:spPr>
        <a:xfrm>
          <a:off x="6980417" y="2170511"/>
          <a:ext cx="2180964" cy="1744771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940" tIns="30480" rIns="7694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Two variables can move together without one causing the other.</a:t>
          </a:r>
        </a:p>
      </dsp:txBody>
      <dsp:txXfrm>
        <a:off x="7416610" y="2170511"/>
        <a:ext cx="1308578" cy="1744771"/>
      </dsp:txXfrm>
    </dsp:sp>
    <dsp:sp modelId="{3520084C-14C6-4CFA-9371-E6F0A1F3374E}">
      <dsp:nvSpPr>
        <dsp:cNvPr id="0" name=""/>
        <dsp:cNvSpPr/>
      </dsp:nvSpPr>
      <dsp:spPr>
        <a:xfrm>
          <a:off x="8725189" y="2170511"/>
          <a:ext cx="2180964" cy="1744771"/>
        </a:xfrm>
        <a:prstGeom prst="chevron">
          <a:avLst>
            <a:gd name="adj" fmla="val 2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940" tIns="30480" rIns="76940" bIns="3048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Always look for a logical reason behind the relationship.</a:t>
          </a:r>
        </a:p>
      </dsp:txBody>
      <dsp:txXfrm>
        <a:off x="9161382" y="2170511"/>
        <a:ext cx="1308578" cy="1744771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B2212-A73D-4F5A-9758-5F5CD3A60570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Using the scatter plot, draw an estimated line of best fit.</a:t>
          </a:r>
        </a:p>
      </dsp:txBody>
      <dsp:txXfrm>
        <a:off x="582645" y="1178"/>
        <a:ext cx="2174490" cy="1304694"/>
      </dsp:txXfrm>
    </dsp:sp>
    <dsp:sp modelId="{288882D0-3FBE-46F9-ACB9-73BFC7D2DA96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Linear Relationship Formula:</a:t>
          </a:r>
          <a:endParaRPr lang="en-US" sz="1600" kern="1200"/>
        </a:p>
      </dsp:txBody>
      <dsp:txXfrm>
        <a:off x="2974584" y="1178"/>
        <a:ext cx="2174490" cy="1304694"/>
      </dsp:txXfrm>
    </dsp:sp>
    <dsp:sp modelId="{FAE81241-D791-459E-87E3-CAFFBED2AEEF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Exam Score ≈ a + b × Study Hours</a:t>
          </a:r>
          <a:endParaRPr lang="en-US" sz="1600" kern="1200"/>
        </a:p>
      </dsp:txBody>
      <dsp:txXfrm>
        <a:off x="5366524" y="1178"/>
        <a:ext cx="2174490" cy="1304694"/>
      </dsp:txXfrm>
    </dsp:sp>
    <dsp:sp modelId="{0285FFF1-0864-46F7-A5EF-ED3A2056789A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From our data — estimated values: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Intercept (a) ≈ 22   |   Slope (b) ≈ 4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So: Exam Score ≈ 22 + 4 × Study Hours</a:t>
          </a:r>
        </a:p>
      </dsp:txBody>
      <dsp:txXfrm>
        <a:off x="7758464" y="1178"/>
        <a:ext cx="2174490" cy="1304694"/>
      </dsp:txXfrm>
    </dsp:sp>
    <dsp:sp modelId="{D65C127C-CE15-4782-867D-B1168566E305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What the slope means:</a:t>
          </a:r>
          <a:endParaRPr lang="en-US" sz="1600" kern="1200"/>
        </a:p>
      </dsp:txBody>
      <dsp:txXfrm>
        <a:off x="582645" y="1523321"/>
        <a:ext cx="2174490" cy="1304694"/>
      </dsp:txXfrm>
    </dsp:sp>
    <dsp:sp modelId="{268427D0-C475-403D-B6FE-E17216779FCB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For every additional hour of study per week,</a:t>
          </a:r>
        </a:p>
      </dsp:txBody>
      <dsp:txXfrm>
        <a:off x="2974584" y="1523321"/>
        <a:ext cx="2174490" cy="1304694"/>
      </dsp:txXfrm>
    </dsp:sp>
    <dsp:sp modelId="{B8795EAD-5679-4D4F-8E3B-183A6149C009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exam performance increases by approximately 4 marks.</a:t>
          </a:r>
        </a:p>
      </dsp:txBody>
      <dsp:txXfrm>
        <a:off x="5366524" y="1523321"/>
        <a:ext cx="2174490" cy="1304694"/>
      </dsp:txXfrm>
    </dsp:sp>
    <dsp:sp modelId="{2FABBEA4-71FE-4C38-9DA9-F146AEF01DD9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i="1" kern="1200"/>
            <a:t>This is regression — the foundation of predictive modelling.</a:t>
          </a:r>
          <a:endParaRPr lang="en-US" sz="1600" kern="1200"/>
        </a:p>
      </dsp:txBody>
      <dsp:txXfrm>
        <a:off x="7758464" y="1523321"/>
        <a:ext cx="2174490" cy="1304694"/>
      </dsp:txXfrm>
    </dsp:sp>
    <dsp:sp modelId="{647A5551-262E-4927-A11E-2689D46996CC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We reached prediction using only statistics.</a:t>
          </a:r>
        </a:p>
      </dsp:txBody>
      <dsp:txXfrm>
        <a:off x="4170554" y="3045465"/>
        <a:ext cx="2174490" cy="130469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AA930-A041-463A-92AC-37B2A01C66AB}">
      <dsp:nvSpPr>
        <dsp:cNvPr id="0" name=""/>
        <dsp:cNvSpPr/>
      </dsp:nvSpPr>
      <dsp:spPr>
        <a:xfrm>
          <a:off x="224153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1242976"/>
        <a:ext cx="25774" cy="5154"/>
      </dsp:txXfrm>
    </dsp:sp>
    <dsp:sp modelId="{3AD920E0-9ECA-4319-A344-D8F1F1ECEB00}">
      <dsp:nvSpPr>
        <dsp:cNvPr id="0" name=""/>
        <dsp:cNvSpPr/>
      </dsp:nvSpPr>
      <dsp:spPr>
        <a:xfrm>
          <a:off x="2092" y="573182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Step 7: Use your model to make a prediction.</a:t>
          </a:r>
          <a:endParaRPr lang="en-US" sz="1300" kern="1200"/>
        </a:p>
      </dsp:txBody>
      <dsp:txXfrm>
        <a:off x="2092" y="573182"/>
        <a:ext cx="2241239" cy="1344743"/>
      </dsp:txXfrm>
    </dsp:sp>
    <dsp:sp modelId="{5F9B2596-F38F-489E-9A90-86A7E45D4C5C}">
      <dsp:nvSpPr>
        <dsp:cNvPr id="0" name=""/>
        <dsp:cNvSpPr/>
      </dsp:nvSpPr>
      <dsp:spPr>
        <a:xfrm>
          <a:off x="4998257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1242976"/>
        <a:ext cx="25774" cy="5154"/>
      </dsp:txXfrm>
    </dsp:sp>
    <dsp:sp modelId="{011E9847-4D88-4133-9EB0-E672C737B34C}">
      <dsp:nvSpPr>
        <dsp:cNvPr id="0" name=""/>
        <dsp:cNvSpPr/>
      </dsp:nvSpPr>
      <dsp:spPr>
        <a:xfrm>
          <a:off x="2758817" y="573182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Scenario: A new student studies 13 hours per week.</a:t>
          </a:r>
        </a:p>
      </dsp:txBody>
      <dsp:txXfrm>
        <a:off x="2758817" y="573182"/>
        <a:ext cx="2241239" cy="1344743"/>
      </dsp:txXfrm>
    </dsp:sp>
    <dsp:sp modelId="{5D1EC5B3-2D2D-4092-B4CD-3C9F5370F889}">
      <dsp:nvSpPr>
        <dsp:cNvPr id="0" name=""/>
        <dsp:cNvSpPr/>
      </dsp:nvSpPr>
      <dsp:spPr>
        <a:xfrm>
          <a:off x="7754982" y="1199834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1242976"/>
        <a:ext cx="25774" cy="5154"/>
      </dsp:txXfrm>
    </dsp:sp>
    <dsp:sp modelId="{C3D0B71F-ACEC-4AD7-9DEE-3A3F9DF2F414}">
      <dsp:nvSpPr>
        <dsp:cNvPr id="0" name=""/>
        <dsp:cNvSpPr/>
      </dsp:nvSpPr>
      <dsp:spPr>
        <a:xfrm>
          <a:off x="5515542" y="573182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Using our formula:</a:t>
          </a:r>
        </a:p>
      </dsp:txBody>
      <dsp:txXfrm>
        <a:off x="5515542" y="573182"/>
        <a:ext cx="2241239" cy="1344743"/>
      </dsp:txXfrm>
    </dsp:sp>
    <dsp:sp modelId="{A99A91D9-0351-487E-B1EE-F8CA0A7A5D9F}">
      <dsp:nvSpPr>
        <dsp:cNvPr id="0" name=""/>
        <dsp:cNvSpPr/>
      </dsp:nvSpPr>
      <dsp:spPr>
        <a:xfrm>
          <a:off x="1122712" y="1916126"/>
          <a:ext cx="8270175" cy="484885"/>
        </a:xfrm>
        <a:custGeom>
          <a:avLst/>
          <a:gdLst/>
          <a:ahLst/>
          <a:cxnLst/>
          <a:rect l="0" t="0" r="0" b="0"/>
          <a:pathLst>
            <a:path>
              <a:moveTo>
                <a:pt x="8270175" y="0"/>
              </a:moveTo>
              <a:lnTo>
                <a:pt x="8270175" y="259542"/>
              </a:lnTo>
              <a:lnTo>
                <a:pt x="0" y="259542"/>
              </a:lnTo>
              <a:lnTo>
                <a:pt x="0" y="484885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50644" y="2155991"/>
        <a:ext cx="414311" cy="5154"/>
      </dsp:txXfrm>
    </dsp:sp>
    <dsp:sp modelId="{826C1B5E-6521-4A8C-9BA8-AF8E46FA338C}">
      <dsp:nvSpPr>
        <dsp:cNvPr id="0" name=""/>
        <dsp:cNvSpPr/>
      </dsp:nvSpPr>
      <dsp:spPr>
        <a:xfrm>
          <a:off x="8272267" y="573182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/>
            <a:t>Predicted Exam Score = 22 + 4 × 13 = 74 marks</a:t>
          </a:r>
          <a:endParaRPr lang="en-US" sz="1300" kern="1200"/>
        </a:p>
      </dsp:txBody>
      <dsp:txXfrm>
        <a:off x="8272267" y="573182"/>
        <a:ext cx="2241239" cy="1344743"/>
      </dsp:txXfrm>
    </dsp:sp>
    <dsp:sp modelId="{DDAB5257-7B63-4541-9DBE-42FDDD8B4D21}">
      <dsp:nvSpPr>
        <dsp:cNvPr id="0" name=""/>
        <dsp:cNvSpPr/>
      </dsp:nvSpPr>
      <dsp:spPr>
        <a:xfrm>
          <a:off x="224153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471087" y="3103206"/>
        <a:ext cx="25774" cy="5154"/>
      </dsp:txXfrm>
    </dsp:sp>
    <dsp:sp modelId="{C42D7019-09AC-4463-B8A0-7BBD70042C14}">
      <dsp:nvSpPr>
        <dsp:cNvPr id="0" name=""/>
        <dsp:cNvSpPr/>
      </dsp:nvSpPr>
      <dsp:spPr>
        <a:xfrm>
          <a:off x="2092" y="2433411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Step 8: Can we be certain about this prediction?</a:t>
          </a:r>
          <a:endParaRPr lang="en-US" sz="1300" kern="1200"/>
        </a:p>
      </dsp:txBody>
      <dsp:txXfrm>
        <a:off x="2092" y="2433411"/>
        <a:ext cx="2241239" cy="1344743"/>
      </dsp:txXfrm>
    </dsp:sp>
    <dsp:sp modelId="{F0F6753E-75E9-4C60-8860-5640C8432D0A}">
      <dsp:nvSpPr>
        <dsp:cNvPr id="0" name=""/>
        <dsp:cNvSpPr/>
      </dsp:nvSpPr>
      <dsp:spPr>
        <a:xfrm>
          <a:off x="4998257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7812" y="3103206"/>
        <a:ext cx="25774" cy="5154"/>
      </dsp:txXfrm>
    </dsp:sp>
    <dsp:sp modelId="{D0B27E80-535B-4A68-B852-FE4AF77DFDE7}">
      <dsp:nvSpPr>
        <dsp:cNvPr id="0" name=""/>
        <dsp:cNvSpPr/>
      </dsp:nvSpPr>
      <dsp:spPr>
        <a:xfrm>
          <a:off x="2758817" y="2433411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No. Statistics gives us estimates, not guarantees.</a:t>
          </a:r>
        </a:p>
      </dsp:txBody>
      <dsp:txXfrm>
        <a:off x="2758817" y="2433411"/>
        <a:ext cx="2241239" cy="1344743"/>
      </dsp:txXfrm>
    </dsp:sp>
    <dsp:sp modelId="{18BA0E24-C8F3-4869-A54E-77C2681527BD}">
      <dsp:nvSpPr>
        <dsp:cNvPr id="0" name=""/>
        <dsp:cNvSpPr/>
      </dsp:nvSpPr>
      <dsp:spPr>
        <a:xfrm>
          <a:off x="7754982" y="3060063"/>
          <a:ext cx="484885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84885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984537" y="3103206"/>
        <a:ext cx="25774" cy="5154"/>
      </dsp:txXfrm>
    </dsp:sp>
    <dsp:sp modelId="{541868F1-1874-410A-902E-D1C63C2B0186}">
      <dsp:nvSpPr>
        <dsp:cNvPr id="0" name=""/>
        <dsp:cNvSpPr/>
      </dsp:nvSpPr>
      <dsp:spPr>
        <a:xfrm>
          <a:off x="5515542" y="2433411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Reasons predictions can fail:</a:t>
          </a:r>
          <a:endParaRPr lang="en-US" sz="13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Motivation and stress levels are not in the data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Health, family circumstances, or external disruptions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Sample is small (only 6 students)</a:t>
          </a:r>
        </a:p>
      </dsp:txBody>
      <dsp:txXfrm>
        <a:off x="5515542" y="2433411"/>
        <a:ext cx="2241239" cy="1344743"/>
      </dsp:txXfrm>
    </dsp:sp>
    <dsp:sp modelId="{11B7F21A-08E7-4CC6-A386-2634A2D1CA37}">
      <dsp:nvSpPr>
        <dsp:cNvPr id="0" name=""/>
        <dsp:cNvSpPr/>
      </dsp:nvSpPr>
      <dsp:spPr>
        <a:xfrm>
          <a:off x="8272267" y="2433411"/>
          <a:ext cx="2241239" cy="1344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9823" tIns="115278" rIns="109823" bIns="115278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/>
            <a:t>Key Principle: Always report your uncertainty alongside your prediction.</a:t>
          </a:r>
          <a:endParaRPr lang="en-US" sz="1300" kern="1200"/>
        </a:p>
      </dsp:txBody>
      <dsp:txXfrm>
        <a:off x="8272267" y="2433411"/>
        <a:ext cx="2241239" cy="1344743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63FC5-3A1D-4F9D-AA13-866B966553E4}">
      <dsp:nvSpPr>
        <dsp:cNvPr id="0" name=""/>
        <dsp:cNvSpPr/>
      </dsp:nvSpPr>
      <dsp:spPr>
        <a:xfrm>
          <a:off x="3040792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912848"/>
        <a:ext cx="34897" cy="6979"/>
      </dsp:txXfrm>
    </dsp:sp>
    <dsp:sp modelId="{A370E2DE-65DD-4D72-AF50-977DD8CF6533}">
      <dsp:nvSpPr>
        <dsp:cNvPr id="0" name=""/>
        <dsp:cNvSpPr/>
      </dsp:nvSpPr>
      <dsp:spPr>
        <a:xfrm>
          <a:off x="8061" y="5979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Scenario: The university can only support 20 at-risk students.</a:t>
          </a:r>
          <a:endParaRPr lang="en-US" sz="1700" kern="1200"/>
        </a:p>
      </dsp:txBody>
      <dsp:txXfrm>
        <a:off x="8061" y="5979"/>
        <a:ext cx="3034531" cy="1820718"/>
      </dsp:txXfrm>
    </dsp:sp>
    <dsp:sp modelId="{2D0AC031-A139-4D56-9263-68E56FE137BE}">
      <dsp:nvSpPr>
        <dsp:cNvPr id="0" name=""/>
        <dsp:cNvSpPr/>
      </dsp:nvSpPr>
      <dsp:spPr>
        <a:xfrm>
          <a:off x="6773265" y="870618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912848"/>
        <a:ext cx="34897" cy="6979"/>
      </dsp:txXfrm>
    </dsp:sp>
    <dsp:sp modelId="{703BED6C-6317-4881-85C5-41B42214AE48}">
      <dsp:nvSpPr>
        <dsp:cNvPr id="0" name=""/>
        <dsp:cNvSpPr/>
      </dsp:nvSpPr>
      <dsp:spPr>
        <a:xfrm>
          <a:off x="3740534" y="5979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How do you decide who needs help most?</a:t>
          </a:r>
        </a:p>
      </dsp:txBody>
      <dsp:txXfrm>
        <a:off x="3740534" y="5979"/>
        <a:ext cx="3034531" cy="1820718"/>
      </dsp:txXfrm>
    </dsp:sp>
    <dsp:sp modelId="{E65852DF-C880-4F3E-9BBB-5CAE74C55214}">
      <dsp:nvSpPr>
        <dsp:cNvPr id="0" name=""/>
        <dsp:cNvSpPr/>
      </dsp:nvSpPr>
      <dsp:spPr>
        <a:xfrm>
          <a:off x="1525326" y="1824897"/>
          <a:ext cx="7464946" cy="667342"/>
        </a:xfrm>
        <a:custGeom>
          <a:avLst/>
          <a:gdLst/>
          <a:ahLst/>
          <a:cxnLst/>
          <a:rect l="0" t="0" r="0" b="0"/>
          <a:pathLst>
            <a:path>
              <a:moveTo>
                <a:pt x="7464946" y="0"/>
              </a:moveTo>
              <a:lnTo>
                <a:pt x="7464946" y="350771"/>
              </a:lnTo>
              <a:lnTo>
                <a:pt x="0" y="350771"/>
              </a:lnTo>
              <a:lnTo>
                <a:pt x="0" y="667342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70362" y="2155079"/>
        <a:ext cx="374875" cy="6979"/>
      </dsp:txXfrm>
    </dsp:sp>
    <dsp:sp modelId="{3B45F607-7236-498A-A2AC-541B71834EA4}">
      <dsp:nvSpPr>
        <dsp:cNvPr id="0" name=""/>
        <dsp:cNvSpPr/>
      </dsp:nvSpPr>
      <dsp:spPr>
        <a:xfrm>
          <a:off x="7473007" y="5979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Use evidence from multiple variables: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Low study hours (below 8 hrs per week)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Low attendance (below 70%)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Low assignment score (below 55)</a:t>
          </a:r>
        </a:p>
      </dsp:txBody>
      <dsp:txXfrm>
        <a:off x="7473007" y="5979"/>
        <a:ext cx="3034531" cy="1820718"/>
      </dsp:txXfrm>
    </dsp:sp>
    <dsp:sp modelId="{F6530993-1228-4CC8-91D0-A6D509F27448}">
      <dsp:nvSpPr>
        <dsp:cNvPr id="0" name=""/>
        <dsp:cNvSpPr/>
      </dsp:nvSpPr>
      <dsp:spPr>
        <a:xfrm>
          <a:off x="3040792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357014" y="3431509"/>
        <a:ext cx="34897" cy="6979"/>
      </dsp:txXfrm>
    </dsp:sp>
    <dsp:sp modelId="{E1F1B54F-DE12-44CD-AE2F-1D5AFE8257E2}">
      <dsp:nvSpPr>
        <dsp:cNvPr id="0" name=""/>
        <dsp:cNvSpPr/>
      </dsp:nvSpPr>
      <dsp:spPr>
        <a:xfrm>
          <a:off x="8061" y="2524640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Statistical Approach:</a:t>
          </a:r>
          <a:endParaRPr lang="en-US" sz="17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Rank students by predicted exam score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Identify those predicted to score below 50%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Investigate further: is the risk consistent across variables?</a:t>
          </a:r>
        </a:p>
      </dsp:txBody>
      <dsp:txXfrm>
        <a:off x="8061" y="2524640"/>
        <a:ext cx="3034531" cy="1820718"/>
      </dsp:txXfrm>
    </dsp:sp>
    <dsp:sp modelId="{BAC41FC6-7769-4B64-A822-FF554D9029CF}">
      <dsp:nvSpPr>
        <dsp:cNvPr id="0" name=""/>
        <dsp:cNvSpPr/>
      </dsp:nvSpPr>
      <dsp:spPr>
        <a:xfrm>
          <a:off x="6773265" y="3389279"/>
          <a:ext cx="667342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667342" y="45720"/>
              </a:lnTo>
            </a:path>
          </a:pathLst>
        </a:custGeom>
        <a:noFill/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089488" y="3431509"/>
        <a:ext cx="34897" cy="6979"/>
      </dsp:txXfrm>
    </dsp:sp>
    <dsp:sp modelId="{1524F8C7-9B53-4716-AD7B-86F8320D68BB}">
      <dsp:nvSpPr>
        <dsp:cNvPr id="0" name=""/>
        <dsp:cNvSpPr/>
      </dsp:nvSpPr>
      <dsp:spPr>
        <a:xfrm>
          <a:off x="3740534" y="2524640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i="1" kern="1200"/>
            <a:t>Important: Every recommendation must be backed by evidence.</a:t>
          </a:r>
          <a:endParaRPr lang="en-US" sz="1700" kern="1200"/>
        </a:p>
      </dsp:txBody>
      <dsp:txXfrm>
        <a:off x="3740534" y="2524640"/>
        <a:ext cx="3034531" cy="1820718"/>
      </dsp:txXfrm>
    </dsp:sp>
    <dsp:sp modelId="{7204EAAA-5079-4F04-9EF7-0DFED9D3EFA9}">
      <dsp:nvSpPr>
        <dsp:cNvPr id="0" name=""/>
        <dsp:cNvSpPr/>
      </dsp:nvSpPr>
      <dsp:spPr>
        <a:xfrm>
          <a:off x="7473007" y="2524640"/>
          <a:ext cx="3034531" cy="182071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48695" tIns="156081" rIns="148695" bIns="156081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Opinion without data is just guessing.</a:t>
          </a:r>
        </a:p>
      </dsp:txBody>
      <dsp:txXfrm>
        <a:off x="7473007" y="2524640"/>
        <a:ext cx="3034531" cy="182071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D5D91B-27FC-42CB-8B5E-6FA7F1A17B10}">
      <dsp:nvSpPr>
        <dsp:cNvPr id="0" name=""/>
        <dsp:cNvSpPr/>
      </dsp:nvSpPr>
      <dsp:spPr>
        <a:xfrm>
          <a:off x="582645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You have just completed the process used by:</a:t>
          </a:r>
          <a:endParaRPr lang="en-US" sz="1300" kern="120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Data Scientists   • Public Health Researchers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/>
            <a:t>Business Analysts   • Economists   • AI Engineers</a:t>
          </a:r>
        </a:p>
      </dsp:txBody>
      <dsp:txXfrm>
        <a:off x="582645" y="1178"/>
        <a:ext cx="2174490" cy="1304694"/>
      </dsp:txXfrm>
    </dsp:sp>
    <dsp:sp modelId="{69C44645-4BF4-407B-8510-76B7593E593E}">
      <dsp:nvSpPr>
        <dsp:cNvPr id="0" name=""/>
        <dsp:cNvSpPr/>
      </dsp:nvSpPr>
      <dsp:spPr>
        <a:xfrm>
          <a:off x="297458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The complete workflow:</a:t>
          </a:r>
          <a:endParaRPr lang="en-US" sz="1300" kern="1200"/>
        </a:p>
      </dsp:txBody>
      <dsp:txXfrm>
        <a:off x="2974584" y="1178"/>
        <a:ext cx="2174490" cy="1304694"/>
      </dsp:txXfrm>
    </dsp:sp>
    <dsp:sp modelId="{536ABAFF-D328-4108-96D0-6EF5023C0BA5}">
      <dsp:nvSpPr>
        <dsp:cNvPr id="0" name=""/>
        <dsp:cNvSpPr/>
      </dsp:nvSpPr>
      <dsp:spPr>
        <a:xfrm>
          <a:off x="536652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Question  →  Data  →  Exploration  →  Visualisation</a:t>
          </a:r>
        </a:p>
      </dsp:txBody>
      <dsp:txXfrm>
        <a:off x="5366524" y="1178"/>
        <a:ext cx="2174490" cy="1304694"/>
      </dsp:txXfrm>
    </dsp:sp>
    <dsp:sp modelId="{9B36811D-C8C3-424C-9C78-A43E794E6CAA}">
      <dsp:nvSpPr>
        <dsp:cNvPr id="0" name=""/>
        <dsp:cNvSpPr/>
      </dsp:nvSpPr>
      <dsp:spPr>
        <a:xfrm>
          <a:off x="7758464" y="1178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→  Correlation  →  Model  →  Prediction  →  Decision</a:t>
          </a:r>
        </a:p>
      </dsp:txBody>
      <dsp:txXfrm>
        <a:off x="7758464" y="1178"/>
        <a:ext cx="2174490" cy="1304694"/>
      </dsp:txXfrm>
    </dsp:sp>
    <dsp:sp modelId="{F4739580-3B15-4E1C-A0B1-22B22796EBDE}">
      <dsp:nvSpPr>
        <dsp:cNvPr id="0" name=""/>
        <dsp:cNvSpPr/>
      </dsp:nvSpPr>
      <dsp:spPr>
        <a:xfrm>
          <a:off x="582645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What is remarkable:</a:t>
          </a:r>
          <a:endParaRPr lang="en-US" sz="1300" kern="1200"/>
        </a:p>
      </dsp:txBody>
      <dsp:txXfrm>
        <a:off x="582645" y="1523321"/>
        <a:ext cx="2174490" cy="1304694"/>
      </dsp:txXfrm>
    </dsp:sp>
    <dsp:sp modelId="{DEBCC2AD-10EF-4A3D-B1EB-E7A47675C60C}">
      <dsp:nvSpPr>
        <dsp:cNvPr id="0" name=""/>
        <dsp:cNvSpPr/>
      </dsp:nvSpPr>
      <dsp:spPr>
        <a:xfrm>
          <a:off x="297458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We reached prediction and decision-making without using machine learning.</a:t>
          </a:r>
        </a:p>
      </dsp:txBody>
      <dsp:txXfrm>
        <a:off x="2974584" y="1523321"/>
        <a:ext cx="2174490" cy="1304694"/>
      </dsp:txXfrm>
    </dsp:sp>
    <dsp:sp modelId="{A1872645-44A8-4802-AF08-572569A0FD3C}">
      <dsp:nvSpPr>
        <dsp:cNvPr id="0" name=""/>
        <dsp:cNvSpPr/>
      </dsp:nvSpPr>
      <dsp:spPr>
        <a:xfrm>
          <a:off x="536652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We used only statistical thinking.</a:t>
          </a:r>
        </a:p>
      </dsp:txBody>
      <dsp:txXfrm>
        <a:off x="5366524" y="1523321"/>
        <a:ext cx="2174490" cy="1304694"/>
      </dsp:txXfrm>
    </dsp:sp>
    <dsp:sp modelId="{A6B85159-A9EF-49F9-914A-D1893A935296}">
      <dsp:nvSpPr>
        <dsp:cNvPr id="0" name=""/>
        <dsp:cNvSpPr/>
      </dsp:nvSpPr>
      <dsp:spPr>
        <a:xfrm>
          <a:off x="7758464" y="1523321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/>
            <a:t>The most important skill in data science is not knowing algorithms —</a:t>
          </a:r>
          <a:endParaRPr lang="en-US" sz="1300" kern="1200"/>
        </a:p>
      </dsp:txBody>
      <dsp:txXfrm>
        <a:off x="7758464" y="1523321"/>
        <a:ext cx="2174490" cy="1304694"/>
      </dsp:txXfrm>
    </dsp:sp>
    <dsp:sp modelId="{08FEF5F8-AE9B-4167-BF60-61E3B93B0DC3}">
      <dsp:nvSpPr>
        <dsp:cNvPr id="0" name=""/>
        <dsp:cNvSpPr/>
      </dsp:nvSpPr>
      <dsp:spPr>
        <a:xfrm>
          <a:off x="4170554" y="3045465"/>
          <a:ext cx="2174490" cy="1304694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i="1" kern="1200"/>
            <a:t>it is knowing how to ask the right question and reason from evidence.</a:t>
          </a:r>
          <a:endParaRPr lang="en-US" sz="1300" kern="1200"/>
        </a:p>
      </dsp:txBody>
      <dsp:txXfrm>
        <a:off x="4170554" y="3045465"/>
        <a:ext cx="2174490" cy="13046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>
          <a:extLst>
            <a:ext uri="{FF2B5EF4-FFF2-40B4-BE49-F238E27FC236}">
              <a16:creationId xmlns:a16="http://schemas.microsoft.com/office/drawing/2014/main" id="{08E0942D-723D-1964-D9BB-F331203FE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>
            <a:extLst>
              <a:ext uri="{FF2B5EF4-FFF2-40B4-BE49-F238E27FC236}">
                <a16:creationId xmlns:a16="http://schemas.microsoft.com/office/drawing/2014/main" id="{4639F065-EBF0-207E-F972-98836821E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5:notes">
            <a:extLst>
              <a:ext uri="{FF2B5EF4-FFF2-40B4-BE49-F238E27FC236}">
                <a16:creationId xmlns:a16="http://schemas.microsoft.com/office/drawing/2014/main" id="{EF3BF069-A743-4A95-D732-58976A78DB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978246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0942D0B6-607A-AD5D-7344-6D3DA1A3A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>
            <a:extLst>
              <a:ext uri="{FF2B5EF4-FFF2-40B4-BE49-F238E27FC236}">
                <a16:creationId xmlns:a16="http://schemas.microsoft.com/office/drawing/2014/main" id="{9273A37C-44E1-CE54-71F2-73E708A9E5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7:notes">
            <a:extLst>
              <a:ext uri="{FF2B5EF4-FFF2-40B4-BE49-F238E27FC236}">
                <a16:creationId xmlns:a16="http://schemas.microsoft.com/office/drawing/2014/main" id="{766992DA-0E5C-F241-486B-E216F9E751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5131904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introductiontostats.vercel.app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.pn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2.pn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3.xml"/><Relationship Id="rId13" Type="http://schemas.openxmlformats.org/officeDocument/2006/relationships/diagramColors" Target="../diagrams/colors4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3.xml"/><Relationship Id="rId12" Type="http://schemas.openxmlformats.org/officeDocument/2006/relationships/diagramQuickStyle" Target="../diagrams/quickStyle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3.xml"/><Relationship Id="rId11" Type="http://schemas.openxmlformats.org/officeDocument/2006/relationships/diagramLayout" Target="../diagrams/layout4.xml"/><Relationship Id="rId5" Type="http://schemas.openxmlformats.org/officeDocument/2006/relationships/diagramData" Target="../diagrams/data3.xml"/><Relationship Id="rId10" Type="http://schemas.openxmlformats.org/officeDocument/2006/relationships/diagramData" Target="../diagrams/data4.xml"/><Relationship Id="rId4" Type="http://schemas.openxmlformats.org/officeDocument/2006/relationships/image" Target="../media/image2.png"/><Relationship Id="rId9" Type="http://schemas.microsoft.com/office/2007/relationships/diagramDrawing" Target="../diagrams/drawing3.xml"/><Relationship Id="rId14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5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5.xml"/><Relationship Id="rId5" Type="http://schemas.openxmlformats.org/officeDocument/2006/relationships/diagramData" Target="../diagrams/data5.xml"/><Relationship Id="rId4" Type="http://schemas.openxmlformats.org/officeDocument/2006/relationships/image" Target="../media/image2.png"/><Relationship Id="rId9" Type="http://schemas.microsoft.com/office/2007/relationships/diagramDrawing" Target="../diagrams/drawing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6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6.xml"/><Relationship Id="rId5" Type="http://schemas.openxmlformats.org/officeDocument/2006/relationships/diagramData" Target="../diagrams/data6.xml"/><Relationship Id="rId4" Type="http://schemas.openxmlformats.org/officeDocument/2006/relationships/image" Target="../media/image2.png"/><Relationship Id="rId9" Type="http://schemas.microsoft.com/office/2007/relationships/diagramDrawing" Target="../diagrams/drawing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edium.com/analytics" TargetMode="External"/><Relationship Id="rId5" Type="http://schemas.openxmlformats.org/officeDocument/2006/relationships/image" Target="../media/image12.emf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7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7.xml"/><Relationship Id="rId5" Type="http://schemas.openxmlformats.org/officeDocument/2006/relationships/diagramData" Target="../diagrams/data7.xml"/><Relationship Id="rId4" Type="http://schemas.openxmlformats.org/officeDocument/2006/relationships/image" Target="../media/image2.png"/><Relationship Id="rId9" Type="http://schemas.microsoft.com/office/2007/relationships/diagramDrawing" Target="../diagrams/drawing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emf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hyperlink" Target="https://www.wikiwand.com/en/Normal_distribution#Standard_normal_distribution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ikiwand.com/en/Probability_distribution" TargetMode="External"/><Relationship Id="rId5" Type="http://schemas.openxmlformats.org/officeDocument/2006/relationships/hyperlink" Target="https://www.wikiwand.com/en/Probability_theory" TargetMode="Externa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jpe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8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8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8.xml"/><Relationship Id="rId5" Type="http://schemas.openxmlformats.org/officeDocument/2006/relationships/diagramData" Target="../diagrams/data8.xml"/><Relationship Id="rId4" Type="http://schemas.openxmlformats.org/officeDocument/2006/relationships/image" Target="../media/image2.png"/><Relationship Id="rId9" Type="http://schemas.microsoft.com/office/2007/relationships/diagramDrawing" Target="../diagrams/drawing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9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9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9.xml"/><Relationship Id="rId5" Type="http://schemas.openxmlformats.org/officeDocument/2006/relationships/diagramData" Target="../diagrams/data9.xml"/><Relationship Id="rId4" Type="http://schemas.openxmlformats.org/officeDocument/2006/relationships/image" Target="../media/image2.png"/><Relationship Id="rId9" Type="http://schemas.microsoft.com/office/2007/relationships/diagramDrawing" Target="../diagrams/drawing9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0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10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0.xml"/><Relationship Id="rId5" Type="http://schemas.openxmlformats.org/officeDocument/2006/relationships/diagramData" Target="../diagrams/data10.xml"/><Relationship Id="rId4" Type="http://schemas.openxmlformats.org/officeDocument/2006/relationships/image" Target="../media/image2.png"/><Relationship Id="rId9" Type="http://schemas.microsoft.com/office/2007/relationships/diagramDrawing" Target="../diagrams/drawing10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1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11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1.xml"/><Relationship Id="rId5" Type="http://schemas.openxmlformats.org/officeDocument/2006/relationships/diagramData" Target="../diagrams/data11.xml"/><Relationship Id="rId4" Type="http://schemas.openxmlformats.org/officeDocument/2006/relationships/image" Target="../media/image2.png"/><Relationship Id="rId9" Type="http://schemas.microsoft.com/office/2007/relationships/diagramDrawing" Target="../diagrams/drawing1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2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1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2.xml"/><Relationship Id="rId5" Type="http://schemas.openxmlformats.org/officeDocument/2006/relationships/diagramData" Target="../diagrams/data12.xml"/><Relationship Id="rId4" Type="http://schemas.openxmlformats.org/officeDocument/2006/relationships/image" Target="../media/image2.png"/><Relationship Id="rId9" Type="http://schemas.microsoft.com/office/2007/relationships/diagramDrawing" Target="../diagrams/drawing1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3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13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3.xml"/><Relationship Id="rId5" Type="http://schemas.openxmlformats.org/officeDocument/2006/relationships/diagramData" Target="../diagrams/data13.xml"/><Relationship Id="rId4" Type="http://schemas.openxmlformats.org/officeDocument/2006/relationships/image" Target="../media/image2.png"/><Relationship Id="rId9" Type="http://schemas.microsoft.com/office/2007/relationships/diagramDrawing" Target="../diagrams/drawing1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4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14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4.xml"/><Relationship Id="rId5" Type="http://schemas.openxmlformats.org/officeDocument/2006/relationships/diagramData" Target="../diagrams/data14.xml"/><Relationship Id="rId4" Type="http://schemas.openxmlformats.org/officeDocument/2006/relationships/image" Target="../media/image2.png"/><Relationship Id="rId9" Type="http://schemas.microsoft.com/office/2007/relationships/diagramDrawing" Target="../diagrams/drawing14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5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15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5.xml"/><Relationship Id="rId5" Type="http://schemas.openxmlformats.org/officeDocument/2006/relationships/diagramData" Target="../diagrams/data15.xml"/><Relationship Id="rId4" Type="http://schemas.openxmlformats.org/officeDocument/2006/relationships/image" Target="../media/image2.png"/><Relationship Id="rId9" Type="http://schemas.microsoft.com/office/2007/relationships/diagramDrawing" Target="../diagrams/drawing1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6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16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6.xml"/><Relationship Id="rId5" Type="http://schemas.openxmlformats.org/officeDocument/2006/relationships/diagramData" Target="../diagrams/data16.xml"/><Relationship Id="rId4" Type="http://schemas.openxmlformats.org/officeDocument/2006/relationships/image" Target="../media/image2.png"/><Relationship Id="rId9" Type="http://schemas.microsoft.com/office/2007/relationships/diagramDrawing" Target="../diagrams/drawing16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7.xml"/><Relationship Id="rId3" Type="http://schemas.openxmlformats.org/officeDocument/2006/relationships/image" Target="../media/image3.jpg"/><Relationship Id="rId7" Type="http://schemas.openxmlformats.org/officeDocument/2006/relationships/diagramQuickStyle" Target="../diagrams/quickStyle17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7.xml"/><Relationship Id="rId5" Type="http://schemas.openxmlformats.org/officeDocument/2006/relationships/diagramData" Target="../diagrams/data17.xml"/><Relationship Id="rId4" Type="http://schemas.openxmlformats.org/officeDocument/2006/relationships/image" Target="../media/image2.png"/><Relationship Id="rId9" Type="http://schemas.microsoft.com/office/2007/relationships/diagramDrawing" Target="../diagrams/drawing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introductiontostats.vercel.app/" TargetMode="Externa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279"/>
            <a:ext cx="12191999" cy="6875279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6"/>
          <p:cNvSpPr txBox="1">
            <a:spLocks noGrp="1"/>
          </p:cNvSpPr>
          <p:nvPr>
            <p:ph type="ctrTitle"/>
          </p:nvPr>
        </p:nvSpPr>
        <p:spPr>
          <a:xfrm>
            <a:off x="6095999" y="2957663"/>
            <a:ext cx="5938298" cy="156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 b="1"/>
              <a:t>Introduction to Statistics</a:t>
            </a:r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subTitle" idx="1"/>
          </p:nvPr>
        </p:nvSpPr>
        <p:spPr>
          <a:xfrm>
            <a:off x="6095999" y="4638839"/>
            <a:ext cx="5938298" cy="918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By Simanga Mchunu  |  2026</a:t>
            </a:r>
            <a:endParaRPr/>
          </a:p>
        </p:txBody>
      </p:sp>
      <p:pic>
        <p:nvPicPr>
          <p:cNvPr id="103" name="Google Shape;103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0675" y="3242430"/>
            <a:ext cx="3211098" cy="146496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F0F1D6-9491-F10D-19D2-FCC8E768A13C}"/>
              </a:ext>
            </a:extLst>
          </p:cNvPr>
          <p:cNvSpPr txBox="1"/>
          <p:nvPr/>
        </p:nvSpPr>
        <p:spPr>
          <a:xfrm>
            <a:off x="6858000" y="5294086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hlinkClick r:id="rId5"/>
              </a:rPr>
              <a:t>https://introductiontostats.vercel.app/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7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Agenda</a:t>
            </a:r>
            <a:endParaRPr/>
          </a:p>
        </p:txBody>
      </p:sp>
      <p:pic>
        <p:nvPicPr>
          <p:cNvPr id="111" name="Google Shape;11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EC7545B-B871-A77F-0123-F650939CE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375894"/>
              </p:ext>
            </p:extLst>
          </p:nvPr>
        </p:nvGraphicFramePr>
        <p:xfrm>
          <a:off x="1055914" y="197076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279"/>
            <a:ext cx="12191999" cy="687527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>
            <a:spLocks noGrp="1"/>
          </p:cNvSpPr>
          <p:nvPr>
            <p:ph type="ctrTitle"/>
          </p:nvPr>
        </p:nvSpPr>
        <p:spPr>
          <a:xfrm>
            <a:off x="6095999" y="2957663"/>
            <a:ext cx="5938298" cy="156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r>
              <a:rPr lang="en-US" b="1"/>
              <a:t>01 - Introduction to </a:t>
            </a:r>
            <a:r>
              <a:rPr lang="en-US" b="1" dirty="0"/>
              <a:t>Statistics</a:t>
            </a:r>
            <a:endParaRPr dirty="0"/>
          </a:p>
        </p:txBody>
      </p:sp>
      <p:sp>
        <p:nvSpPr>
          <p:cNvPr id="118" name="Google Shape;118;p18"/>
          <p:cNvSpPr txBox="1">
            <a:spLocks noGrp="1"/>
          </p:cNvSpPr>
          <p:nvPr>
            <p:ph type="subTitle" idx="1"/>
          </p:nvPr>
        </p:nvSpPr>
        <p:spPr>
          <a:xfrm>
            <a:off x="6095999" y="4638839"/>
            <a:ext cx="5938298" cy="918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Foundations for Data Science · 2026</a:t>
            </a:r>
            <a:endParaRPr/>
          </a:p>
        </p:txBody>
      </p:sp>
      <p:pic>
        <p:nvPicPr>
          <p:cNvPr id="119" name="Google Shape;11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0675" y="3242430"/>
            <a:ext cx="3211098" cy="1464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9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What is Statistics?</a:t>
            </a:r>
            <a:endParaRPr/>
          </a:p>
        </p:txBody>
      </p:sp>
      <p:pic>
        <p:nvPicPr>
          <p:cNvPr id="127" name="Google Shape;12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1F392865-11CC-99A6-A6AF-ECEC40E8CC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8978849"/>
              </p:ext>
            </p:extLst>
          </p:nvPr>
        </p:nvGraphicFramePr>
        <p:xfrm>
          <a:off x="1418771" y="229008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What is Data?</a:t>
            </a:r>
            <a:endParaRPr/>
          </a:p>
        </p:txBody>
      </p:sp>
      <p:pic>
        <p:nvPicPr>
          <p:cNvPr id="135" name="Google Shape;13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D8318A0-8FA7-E3C7-9991-A141C182A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311530"/>
              </p:ext>
            </p:extLst>
          </p:nvPr>
        </p:nvGraphicFramePr>
        <p:xfrm>
          <a:off x="838200" y="197076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889ADA1F-53E0-771B-22FC-44F00E5E9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6343086"/>
              </p:ext>
            </p:extLst>
          </p:nvPr>
        </p:nvGraphicFramePr>
        <p:xfrm>
          <a:off x="838200" y="2159454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>
          <a:extLst>
            <a:ext uri="{FF2B5EF4-FFF2-40B4-BE49-F238E27FC236}">
              <a16:creationId xmlns:a16="http://schemas.microsoft.com/office/drawing/2014/main" id="{B2B15E04-B16D-7936-68DC-A90F8A76E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0">
            <a:extLst>
              <a:ext uri="{FF2B5EF4-FFF2-40B4-BE49-F238E27FC236}">
                <a16:creationId xmlns:a16="http://schemas.microsoft.com/office/drawing/2014/main" id="{32A20A1C-8AC0-C618-B2D0-19C7C7ADAF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0">
            <a:extLst>
              <a:ext uri="{FF2B5EF4-FFF2-40B4-BE49-F238E27FC236}">
                <a16:creationId xmlns:a16="http://schemas.microsoft.com/office/drawing/2014/main" id="{03169239-300C-9332-4C4B-D4E045EF1A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b="1"/>
              <a:t>Types of Statistics</a:t>
            </a:r>
            <a:endParaRPr lang="en-US"/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Play"/>
              <a:buNone/>
            </a:pPr>
            <a:endParaRPr lang="en-US" b="1" dirty="0"/>
          </a:p>
        </p:txBody>
      </p:sp>
      <p:pic>
        <p:nvPicPr>
          <p:cNvPr id="135" name="Google Shape;135;p20">
            <a:extLst>
              <a:ext uri="{FF2B5EF4-FFF2-40B4-BE49-F238E27FC236}">
                <a16:creationId xmlns:a16="http://schemas.microsoft.com/office/drawing/2014/main" id="{6DCCFC08-CE8E-4262-947C-B4F14B4AC76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E846F6D2-BD50-E283-1873-DA4FC145AEF4}"/>
              </a:ext>
            </a:extLst>
          </p:cNvPr>
          <p:cNvSpPr>
            <a:spLocks noGrp="1"/>
          </p:cNvSpPr>
          <p:nvPr/>
        </p:nvSpPr>
        <p:spPr>
          <a:xfrm>
            <a:off x="1665514" y="214493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i="1" dirty="0"/>
              <a:t>“The numbers have no way of speaking for themselves. We </a:t>
            </a:r>
            <a:r>
              <a:rPr lang="en-US" i="1"/>
              <a:t>speak for them. We imbue them with meaning". - Nate Silver, </a:t>
            </a:r>
            <a:r>
              <a:rPr lang="en-US" i="1" dirty="0"/>
              <a:t>The Signal and the Noise</a:t>
            </a:r>
          </a:p>
          <a:p>
            <a:endParaRPr lang="en-US" dirty="0"/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EBF62AC9-2753-6EA2-28CA-90072777E01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8558967"/>
              </p:ext>
            </p:extLst>
          </p:nvPr>
        </p:nvGraphicFramePr>
        <p:xfrm>
          <a:off x="3837214" y="2690695"/>
          <a:ext cx="6172200" cy="48736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440141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2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Descriptive Statistics Essentials</a:t>
            </a:r>
            <a:endParaRPr/>
          </a:p>
        </p:txBody>
      </p:sp>
      <p:pic>
        <p:nvPicPr>
          <p:cNvPr id="151" name="Google Shape;15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B628EFB1-4167-A60C-5555-22F3F3FCFD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2084182"/>
              </p:ext>
            </p:extLst>
          </p:nvPr>
        </p:nvGraphicFramePr>
        <p:xfrm>
          <a:off x="-2398485" y="2217511"/>
          <a:ext cx="16023769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3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Inferential Statistics Concepts</a:t>
            </a:r>
            <a:endParaRPr/>
          </a:p>
        </p:txBody>
      </p:sp>
      <p:pic>
        <p:nvPicPr>
          <p:cNvPr id="159" name="Google Shape;15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609D6-8139-C912-F519-02549828F28C}"/>
              </a:ext>
            </a:extLst>
          </p:cNvPr>
          <p:cNvSpPr>
            <a:spLocks noGrp="1"/>
          </p:cNvSpPr>
          <p:nvPr/>
        </p:nvSpPr>
        <p:spPr>
          <a:xfrm>
            <a:off x="1404257" y="1898197"/>
            <a:ext cx="5380264" cy="4975452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dirty="0"/>
          </a:p>
          <a:p>
            <a:r>
              <a:rPr lang="en-US" sz="1800" b="1" dirty="0"/>
              <a:t>Sample</a:t>
            </a:r>
            <a:r>
              <a:rPr lang="en-US" sz="1800" dirty="0"/>
              <a:t> vs. </a:t>
            </a:r>
            <a:r>
              <a:rPr lang="en-US" sz="1800" b="1" dirty="0"/>
              <a:t>Population</a:t>
            </a:r>
          </a:p>
          <a:p>
            <a:endParaRPr lang="en-US" sz="1800" dirty="0"/>
          </a:p>
          <a:p>
            <a:r>
              <a:rPr lang="en-US" sz="1800" dirty="0"/>
              <a:t>Confidence Intervals</a:t>
            </a:r>
          </a:p>
          <a:p>
            <a:endParaRPr lang="en-US" sz="1800" dirty="0"/>
          </a:p>
          <a:p>
            <a:r>
              <a:rPr lang="en-US" sz="1800" dirty="0"/>
              <a:t>Hypothesis Testing: Null &amp; Alternative Hypotheses, p-values</a:t>
            </a:r>
          </a:p>
          <a:p>
            <a:endParaRPr lang="en-ZA" sz="1800" b="0" i="0" u="none" strike="noStrike" baseline="0" dirty="0"/>
          </a:p>
          <a:p>
            <a:r>
              <a:rPr lang="en-US" sz="1800" b="1" i="0" u="none" strike="noStrike" baseline="0" dirty="0"/>
              <a:t>Population: </a:t>
            </a:r>
            <a:r>
              <a:rPr lang="en-US" sz="1800" b="0" i="0" u="none" strike="noStrike" baseline="0" dirty="0"/>
              <a:t>Collection of objects about which information is sought.</a:t>
            </a:r>
          </a:p>
          <a:p>
            <a:r>
              <a:rPr lang="en-US" sz="1800" b="1" i="0" u="none" strike="noStrike" baseline="0" dirty="0"/>
              <a:t>Sample: </a:t>
            </a:r>
            <a:r>
              <a:rPr lang="en-US" sz="1800" b="0" i="0" u="none" strike="noStrike" baseline="0" dirty="0"/>
              <a:t>Part of the population that is observed.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1A5276"/>
                </a:solidFill>
              </a:rPr>
              <a:t>Spiegelhalter’s key idea: </a:t>
            </a:r>
            <a:r>
              <a:rPr lang="en-US" sz="1600" b="0" dirty="0"/>
              <a:t>Even when you seem to have all the data, treat </a:t>
            </a:r>
            <a:r>
              <a:rPr lang="en-US" sz="1600" b="0"/>
              <a:t>it as a sample from a metaphorical population</a:t>
            </a:r>
            <a:r>
              <a:rPr lang="en-US" sz="1600"/>
              <a:t> ,</a:t>
            </a:r>
            <a:r>
              <a:rPr lang="en-US" sz="1600" b="0"/>
              <a:t> the imaginary space of </a:t>
            </a:r>
            <a:r>
              <a:rPr lang="en-US" sz="1600" b="0" dirty="0"/>
              <a:t>all possible observations that could have arisen. This means every finding is an estimate, not a fact.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C0392B"/>
                </a:solidFill>
              </a:rPr>
              <a:t>p-values warning: </a:t>
            </a:r>
            <a:r>
              <a:rPr lang="en-US" sz="1600" b="0" dirty="0"/>
              <a:t>Spiegelhalter is emphatic that many studies claiming statistical significance are misleading. A p-value below 0.05 does not </a:t>
            </a:r>
            <a:r>
              <a:rPr lang="en-US" sz="1600" b="0"/>
              <a:t>mean a result is true</a:t>
            </a:r>
            <a:r>
              <a:rPr lang="en-US" sz="1600"/>
              <a:t> ,</a:t>
            </a:r>
            <a:r>
              <a:rPr lang="en-US" sz="1600" b="0"/>
              <a:t> it means the data would be unlikely if the null </a:t>
            </a:r>
            <a:r>
              <a:rPr lang="en-US" sz="1600" b="0" dirty="0"/>
              <a:t>hypothesis were true. Small samples amplify this problem.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CC2143-A3C8-4E6E-B39C-448DF94B04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7307" y="3176679"/>
            <a:ext cx="5162550" cy="28394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6" name="TextBox 4">
            <a:extLst>
              <a:ext uri="{FF2B5EF4-FFF2-40B4-BE49-F238E27FC236}">
                <a16:creationId xmlns:a16="http://schemas.microsoft.com/office/drawing/2014/main" id="{8095020E-C0D5-8157-733B-EAE39A2DCC09}"/>
              </a:ext>
            </a:extLst>
          </p:cNvPr>
          <p:cNvSpPr txBox="1"/>
          <p:nvPr/>
        </p:nvSpPr>
        <p:spPr>
          <a:xfrm>
            <a:off x="6759668" y="6005558"/>
            <a:ext cx="5998895" cy="9377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Source [1]</a:t>
            </a:r>
            <a:r>
              <a:rPr lang="en-US" dirty="0"/>
              <a:t>: </a:t>
            </a:r>
            <a:r>
              <a:rPr lang="en-US" dirty="0">
                <a:ea typeface="+mn-lt"/>
                <a:cs typeface="+mn-lt"/>
                <a:hlinkClick r:id="rId6"/>
              </a:rPr>
              <a:t>https://medium.com/analytics</a:t>
            </a:r>
            <a:endParaRPr lang="en-US"/>
          </a:p>
          <a:p>
            <a:r>
              <a:rPr lang="en-US" dirty="0" err="1">
                <a:ea typeface="+mn-lt"/>
                <a:cs typeface="+mn-lt"/>
              </a:rPr>
              <a:t>vidhya</a:t>
            </a:r>
            <a:r>
              <a:rPr lang="en-US" dirty="0">
                <a:ea typeface="+mn-lt"/>
                <a:cs typeface="+mn-lt"/>
              </a:rPr>
              <a:t>/population sample parameter statistic biased</a:t>
            </a:r>
          </a:p>
          <a:p>
            <a:r>
              <a:rPr lang="en-US" dirty="0">
                <a:ea typeface="+mn-lt"/>
                <a:cs typeface="+mn-lt"/>
              </a:rPr>
              <a:t> unbiased ead2021d93d7</a:t>
            </a:r>
            <a:r>
              <a:rPr lang="en-US" dirty="0"/>
              <a:t> 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 l="-4000" r="-4000"/>
          </a:stretch>
        </a:blip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4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Data Distributions</a:t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 descr="A cartoon of a child with a problem&#10;&#10;AI-generated content may be incorrect.">
            <a:extLst>
              <a:ext uri="{FF2B5EF4-FFF2-40B4-BE49-F238E27FC236}">
                <a16:creationId xmlns:a16="http://schemas.microsoft.com/office/drawing/2014/main" id="{C096FA2D-E340-6B3D-E8DB-EB93C84F46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8607" y="1995035"/>
            <a:ext cx="9573985" cy="4870903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8154B2FF-CAAE-5B4C-72FD-4BBACBC987A5}"/>
              </a:ext>
            </a:extLst>
          </p:cNvPr>
          <p:cNvSpPr txBox="1"/>
          <p:nvPr/>
        </p:nvSpPr>
        <p:spPr>
          <a:xfrm>
            <a:off x="2424178" y="173246"/>
            <a:ext cx="9298443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Source [2]</a:t>
            </a:r>
            <a:r>
              <a:rPr lang="en-US" dirty="0"/>
              <a:t>: </a:t>
            </a:r>
            <a:r>
              <a:rPr lang="en-US" dirty="0">
                <a:ea typeface="+mn-lt"/>
                <a:cs typeface="+mn-lt"/>
              </a:rPr>
              <a:t>https://www.lse.ac.uk/Events/2019/03/20190327t1830vHKT/Learning-from-Data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5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Shipman Murdered More Than 200 Patients, Inquiry Finds</a:t>
            </a:r>
            <a:endParaRPr/>
          </a:p>
        </p:txBody>
      </p:sp>
      <p:pic>
        <p:nvPicPr>
          <p:cNvPr id="175" name="Google Shape;175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0A1E46FC-5555-74F9-E300-64CC44744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276726"/>
              </p:ext>
            </p:extLst>
          </p:nvPr>
        </p:nvGraphicFramePr>
        <p:xfrm>
          <a:off x="1273629" y="2509046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31" name="TextBox 48">
            <a:extLst>
              <a:ext uri="{FF2B5EF4-FFF2-40B4-BE49-F238E27FC236}">
                <a16:creationId xmlns:a16="http://schemas.microsoft.com/office/drawing/2014/main" id="{D9839839-5677-92E3-9847-457C5D3A2451}"/>
              </a:ext>
            </a:extLst>
          </p:cNvPr>
          <p:cNvSpPr txBox="1"/>
          <p:nvPr/>
        </p:nvSpPr>
        <p:spPr>
          <a:xfrm>
            <a:off x="2846873" y="5974618"/>
            <a:ext cx="6883878" cy="369332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Source [3]</a:t>
            </a:r>
            <a:r>
              <a:rPr lang="en-US" dirty="0"/>
              <a:t>: https://pmc.ncbi.nlm.nih.gov/articles/PMC1123718/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7"/>
          <p:cNvSpPr txBox="1">
            <a:spLocks noGrp="1"/>
          </p:cNvSpPr>
          <p:nvPr>
            <p:ph type="title"/>
          </p:nvPr>
        </p:nvSpPr>
        <p:spPr>
          <a:xfrm>
            <a:off x="2549959" y="719131"/>
            <a:ext cx="9370613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000" b="1">
                <a:cs typeface="Arial"/>
              </a:rPr>
              <a:t>Looking at Data: The Shipman Case </a:t>
            </a:r>
            <a:endParaRPr lang="en-US"/>
          </a:p>
        </p:txBody>
      </p:sp>
      <p:pic>
        <p:nvPicPr>
          <p:cNvPr id="191" name="Google Shape;191;p2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person with his arms out&#10;&#10;AI-generated content may be incorrect.">
            <a:extLst>
              <a:ext uri="{FF2B5EF4-FFF2-40B4-BE49-F238E27FC236}">
                <a16:creationId xmlns:a16="http://schemas.microsoft.com/office/drawing/2014/main" id="{0859BFC9-371F-E4C0-360F-8E9D2765CF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546419" y="2000250"/>
            <a:ext cx="3648075" cy="2552700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302782-41C9-6327-34F5-FFBBFFBD53EF}"/>
              </a:ext>
            </a:extLst>
          </p:cNvPr>
          <p:cNvSpPr>
            <a:spLocks noGrp="1"/>
          </p:cNvSpPr>
          <p:nvPr/>
        </p:nvSpPr>
        <p:spPr>
          <a:xfrm>
            <a:off x="1259114" y="2391682"/>
            <a:ext cx="9100458" cy="432231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was the pattern of Harold Shipman’s </a:t>
            </a:r>
            <a:br>
              <a:rPr lang="en-US" dirty="0"/>
            </a:br>
            <a:r>
              <a:rPr lang="en-US" dirty="0"/>
              <a:t>murders?</a:t>
            </a:r>
          </a:p>
          <a:p>
            <a:r>
              <a:rPr lang="en-US" b="1" dirty="0">
                <a:latin typeface="Calibri" panose="020F0502020204030204" pitchFamily="34" charset="0"/>
              </a:rPr>
              <a:t>Problem</a:t>
            </a:r>
            <a:r>
              <a:rPr lang="en-US" dirty="0">
                <a:latin typeface="Calibri" panose="020F0502020204030204" pitchFamily="34" charset="0"/>
              </a:rPr>
              <a:t>: can more detail tell us more about what </a:t>
            </a:r>
            <a:br>
              <a:rPr lang="en-US" dirty="0">
                <a:latin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</a:rPr>
              <a:t>Shipman did? </a:t>
            </a:r>
          </a:p>
          <a:p>
            <a:r>
              <a:rPr lang="en-US" b="1" dirty="0">
                <a:latin typeface="Calibri"/>
                <a:ea typeface="Calibri"/>
                <a:cs typeface="Calibri"/>
              </a:rPr>
              <a:t>Plan</a:t>
            </a:r>
            <a:r>
              <a:rPr lang="en-US" dirty="0">
                <a:latin typeface="Calibri"/>
                <a:ea typeface="Calibri"/>
                <a:cs typeface="Calibri"/>
              </a:rPr>
              <a:t>: compare actual times at which his patients died with the times </a:t>
            </a:r>
          </a:p>
          <a:p>
            <a:pPr marL="0" indent="0">
              <a:buNone/>
            </a:pPr>
            <a:r>
              <a:rPr lang="en-US">
                <a:latin typeface="Calibri"/>
                <a:ea typeface="Calibri"/>
                <a:cs typeface="Calibri"/>
              </a:rPr>
              <a:t>     of deaths </a:t>
            </a:r>
            <a:r>
              <a:rPr lang="en-US" dirty="0">
                <a:latin typeface="Calibri"/>
                <a:ea typeface="Calibri"/>
                <a:cs typeface="Calibri"/>
              </a:rPr>
              <a:t>recorded by other local GPs 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b="1" dirty="0">
                <a:latin typeface="Calibri" panose="020F0502020204030204" pitchFamily="34" charset="0"/>
              </a:rPr>
              <a:t>Data</a:t>
            </a:r>
            <a:r>
              <a:rPr lang="en-US" dirty="0">
                <a:latin typeface="Calibri" panose="020F0502020204030204" pitchFamily="34" charset="0"/>
              </a:rPr>
              <a:t>: a huge exercise requiring examination of death certificates </a:t>
            </a:r>
          </a:p>
          <a:p>
            <a:r>
              <a:rPr lang="en-ZA" b="1" dirty="0">
                <a:latin typeface="Calibri" panose="020F0502020204030204" pitchFamily="34" charset="0"/>
              </a:rPr>
              <a:t>Analysis</a:t>
            </a:r>
            <a:r>
              <a:rPr lang="en-ZA" dirty="0">
                <a:latin typeface="Calibri" panose="020F0502020204030204" pitchFamily="34" charset="0"/>
              </a:rPr>
              <a:t>: simple plotting of death times revealed a stark afternoon cluster</a:t>
            </a:r>
          </a:p>
          <a:p>
            <a:r>
              <a:rPr lang="en-US" b="1" dirty="0">
                <a:latin typeface="Calibri" panose="020F0502020204030204" pitchFamily="34" charset="0"/>
              </a:rPr>
              <a:t>Conclusion</a:t>
            </a:r>
            <a:r>
              <a:rPr lang="en-US" dirty="0">
                <a:latin typeface="Calibri" panose="020F0502020204030204" pitchFamily="34" charset="0"/>
              </a:rPr>
              <a:t>: the pattern was statistically impossible by chance — but required domain context to interpret correctly</a:t>
            </a:r>
          </a:p>
          <a:p>
            <a:endParaRPr lang="en-US" dirty="0"/>
          </a:p>
          <a:p>
            <a:r>
              <a:rPr lang="en-US" b="1" dirty="0">
                <a:solidFill>
                  <a:srgbClr val="C0392B"/>
                </a:solidFill>
                <a:latin typeface="Calibri" panose="020F0502020204030204" pitchFamily="34" charset="0"/>
              </a:rPr>
              <a:t>Critical lesson: </a:t>
            </a:r>
            <a:r>
              <a:rPr lang="en-US" dirty="0">
                <a:latin typeface="Calibri" panose="020F0502020204030204" pitchFamily="34" charset="0"/>
              </a:rPr>
              <a:t>The same test applied to all GPs surfaced a second outlier with an entirely innocent explanation (elderly rural patients). Without domain context, statistics produces dangerous conclusions. This is PPDAC — see next slide.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2B67B05-005D-3411-6D7F-C13A4C5B9271}"/>
              </a:ext>
            </a:extLst>
          </p:cNvPr>
          <p:cNvSpPr>
            <a:spLocks noGrp="1"/>
          </p:cNvSpPr>
          <p:nvPr/>
        </p:nvSpPr>
        <p:spPr>
          <a:xfrm>
            <a:off x="1273628" y="189638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b="1" dirty="0">
              <a:cs typeface="Arial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E5A25D4-4456-FFB4-DEA9-540D77C41E7A}"/>
              </a:ext>
            </a:extLst>
          </p:cNvPr>
          <p:cNvSpPr txBox="1"/>
          <p:nvPr/>
        </p:nvSpPr>
        <p:spPr>
          <a:xfrm>
            <a:off x="8637962" y="4336335"/>
            <a:ext cx="3551401" cy="43088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>
                <a:solidFill>
                  <a:srgbClr val="FF0000"/>
                </a:solidFill>
              </a:rPr>
              <a:t>Source [4]: The art of Statistics by David Spiegelhalter’s book</a:t>
            </a:r>
            <a:r>
              <a:rPr lang="en-US" sz="1100" dirty="0"/>
              <a:t>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6"/>
          <p:cNvSpPr txBox="1">
            <a:spLocks noGrp="1"/>
          </p:cNvSpPr>
          <p:nvPr>
            <p:ph type="title"/>
          </p:nvPr>
        </p:nvSpPr>
        <p:spPr>
          <a:xfrm>
            <a:off x="2803959" y="719131"/>
            <a:ext cx="9116613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US" b="1" dirty="0">
                <a:latin typeface="Aptos Display"/>
              </a:rPr>
              <a:t>The PPDAC Cycle  A Framework for </a:t>
            </a:r>
            <a:r>
              <a:rPr lang="en-US" b="1">
                <a:latin typeface="Aptos Display"/>
              </a:rPr>
              <a:t>Every Statistical</a:t>
            </a:r>
            <a:r>
              <a:rPr lang="en-US" b="1" dirty="0">
                <a:latin typeface="Aptos Display"/>
              </a:rPr>
              <a:t> Investigation</a:t>
            </a:r>
            <a:endParaRPr lang="en-US" dirty="0"/>
          </a:p>
        </p:txBody>
      </p:sp>
      <p:sp>
        <p:nvSpPr>
          <p:cNvPr id="182" name="Google Shape;182;p26"/>
          <p:cNvSpPr txBox="1">
            <a:spLocks noGrp="1"/>
          </p:cNvSpPr>
          <p:nvPr>
            <p:ph type="body" idx="1"/>
          </p:nvPr>
        </p:nvSpPr>
        <p:spPr>
          <a:xfrm>
            <a:off x="2172320" y="2082054"/>
            <a:ext cx="9748252" cy="4131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>
              <a:buSzPts val="1300"/>
            </a:pPr>
            <a:r>
              <a:rPr lang="en-US" sz="1600" b="1" dirty="0">
                <a:latin typeface="Calibri"/>
                <a:ea typeface="Calibri"/>
                <a:cs typeface="Calibri"/>
              </a:rPr>
              <a:t>PPDAC</a:t>
            </a:r>
            <a:r>
              <a:rPr lang="en-US" sz="1600" dirty="0">
                <a:latin typeface="Calibri"/>
                <a:ea typeface="Calibri"/>
                <a:cs typeface="Calibri"/>
              </a:rPr>
              <a:t> is the named framework Spiegelhalter uses throughout The Art of Statistics. Every investigation follows </a:t>
            </a:r>
            <a:r>
              <a:rPr lang="en-US" sz="1600" dirty="0" err="1">
                <a:latin typeface="Calibri"/>
                <a:ea typeface="Calibri"/>
                <a:cs typeface="Calibri"/>
              </a:rPr>
              <a:t>fivestages</a:t>
            </a:r>
            <a:r>
              <a:rPr lang="en-US" sz="1600" dirty="0">
                <a:latin typeface="Calibri"/>
                <a:ea typeface="Calibri"/>
                <a:cs typeface="Calibri"/>
              </a:rPr>
              <a:t>  in order.</a:t>
            </a:r>
          </a:p>
          <a:p>
            <a:pPr>
              <a:buSzPts val="1300"/>
            </a:pPr>
            <a:endParaRPr lang="en-US" dirty="0">
              <a:latin typeface="Aptos"/>
            </a:endParaRPr>
          </a:p>
          <a:p>
            <a:pPr>
              <a:buSzPts val="1300"/>
            </a:pPr>
            <a:r>
              <a:rPr lang="en-US" sz="1500" b="1">
                <a:latin typeface="Calibri"/>
                <a:ea typeface="Calibri"/>
                <a:cs typeface="Calibri"/>
              </a:rPr>
              <a:t>P — Problem: </a:t>
            </a:r>
            <a:r>
              <a:rPr lang="en-US" sz="1500">
                <a:latin typeface="Calibri"/>
                <a:ea typeface="Calibri"/>
                <a:cs typeface="Calibri"/>
              </a:rPr>
              <a:t>State the question precisely before touching data. A vague question produces a useless answer.</a:t>
            </a:r>
          </a:p>
          <a:p>
            <a:pPr>
              <a:buSzPts val="1300"/>
            </a:pPr>
            <a:r>
              <a:rPr lang="en-US" sz="1500" b="1">
                <a:latin typeface="Calibri"/>
                <a:ea typeface="Calibri"/>
                <a:cs typeface="Calibri"/>
              </a:rPr>
              <a:t>P — Plan: </a:t>
            </a:r>
            <a:r>
              <a:rPr lang="en-US" sz="1500">
                <a:latin typeface="Calibri"/>
                <a:ea typeface="Calibri"/>
                <a:cs typeface="Calibri"/>
              </a:rPr>
              <a:t>Decide what to measure, from whom, and how. Sampling design matters enormously.</a:t>
            </a:r>
          </a:p>
          <a:p>
            <a:pPr>
              <a:buSzPts val="1300"/>
            </a:pPr>
            <a:r>
              <a:rPr lang="en-US" sz="1500" b="1">
                <a:latin typeface="Calibri"/>
                <a:ea typeface="Calibri"/>
                <a:cs typeface="Calibri"/>
              </a:rPr>
              <a:t>D — Data: </a:t>
            </a:r>
            <a:r>
              <a:rPr lang="en-US" sz="1500">
                <a:latin typeface="Calibri"/>
                <a:ea typeface="Calibri"/>
                <a:cs typeface="Calibri"/>
              </a:rPr>
              <a:t>Collect, inspect, and understand limitations. What is missing? How was it recorded?</a:t>
            </a:r>
          </a:p>
          <a:p>
            <a:pPr>
              <a:buSzPts val="1300"/>
            </a:pPr>
            <a:r>
              <a:rPr lang="en-US" sz="1500" b="1" dirty="0">
                <a:latin typeface="Calibri"/>
                <a:ea typeface="Calibri"/>
                <a:cs typeface="Calibri"/>
              </a:rPr>
              <a:t>A — Analysis: </a:t>
            </a:r>
            <a:r>
              <a:rPr lang="en-US" sz="1500" dirty="0">
                <a:latin typeface="Calibri"/>
                <a:ea typeface="Calibri"/>
                <a:cs typeface="Calibri"/>
              </a:rPr>
              <a:t>Apply statistical methods. Summaries, </a:t>
            </a:r>
            <a:r>
              <a:rPr lang="en-US" sz="1500" dirty="0" err="1">
                <a:latin typeface="Calibri"/>
                <a:ea typeface="Calibri"/>
                <a:cs typeface="Calibri"/>
              </a:rPr>
              <a:t>visualisations</a:t>
            </a:r>
            <a:r>
              <a:rPr lang="en-US" sz="1500" dirty="0">
                <a:latin typeface="Calibri"/>
                <a:ea typeface="Calibri"/>
                <a:cs typeface="Calibri"/>
              </a:rPr>
              <a:t>, models — always with uncertainty.</a:t>
            </a:r>
          </a:p>
          <a:p>
            <a:pPr>
              <a:buSzPts val="1300"/>
            </a:pPr>
            <a:r>
              <a:rPr lang="en-US" sz="1500" b="1">
                <a:latin typeface="Calibri"/>
                <a:ea typeface="Calibri"/>
                <a:cs typeface="Calibri"/>
              </a:rPr>
              <a:t>C — Conclusion: </a:t>
            </a:r>
            <a:r>
              <a:rPr lang="en-US" sz="1500">
                <a:latin typeface="Calibri"/>
                <a:ea typeface="Calibri"/>
                <a:cs typeface="Calibri"/>
              </a:rPr>
              <a:t>Return to the Problem. Translate findings into an honest answer. State what the data cannot tell you.</a:t>
            </a:r>
          </a:p>
          <a:p>
            <a: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endParaRPr lang="en-US" dirty="0">
              <a:latin typeface="Aptos"/>
            </a:endParaRPr>
          </a:p>
          <a:p>
            <a:pPr>
              <a:buSzPts val="1300"/>
            </a:pPr>
            <a:r>
              <a:rPr lang="en-US" sz="1400" dirty="0">
                <a:latin typeface="Calibri"/>
                <a:ea typeface="Calibri"/>
                <a:cs typeface="Calibri"/>
              </a:rPr>
              <a:t>The Shipman case (previous slide) followed PPDAC exactly: the Problem drove every decision about which data to collect and how </a:t>
            </a:r>
            <a:r>
              <a:rPr lang="en-US" sz="1400" dirty="0" err="1">
                <a:latin typeface="Calibri"/>
                <a:ea typeface="Calibri"/>
                <a:cs typeface="Calibri"/>
              </a:rPr>
              <a:t>toanalyse</a:t>
            </a:r>
            <a:r>
              <a:rPr lang="en-US" sz="1400" dirty="0">
                <a:latin typeface="Calibri"/>
                <a:ea typeface="Calibri"/>
                <a:cs typeface="Calibri"/>
              </a:rPr>
              <a:t> it. Without that structure, the pattern would never have been found.</a:t>
            </a:r>
          </a:p>
          <a:p>
            <a:pPr>
              <a:buSzPts val="1300"/>
            </a:pPr>
            <a:endParaRPr lang="en-US" dirty="0">
              <a:latin typeface="Aptos"/>
            </a:endParaRPr>
          </a:p>
          <a:p>
            <a:pPr>
              <a:buSzPts val="1300"/>
            </a:pPr>
            <a:r>
              <a:rPr lang="en-US" sz="1500" b="1">
                <a:latin typeface="Calibri"/>
                <a:ea typeface="Calibri"/>
                <a:cs typeface="Calibri"/>
              </a:rPr>
              <a:t>Warning: most students jump directly to Analysis. This is how wrong conclusions are reached.</a:t>
            </a:r>
          </a:p>
          <a:p>
            <a:pPr marL="2286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</a:pPr>
            <a:endParaRPr lang="en-US" sz="1300" dirty="0"/>
          </a:p>
        </p:txBody>
      </p:sp>
      <p:pic>
        <p:nvPicPr>
          <p:cNvPr id="183" name="Google Shape;18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ource">
            <a:extLst>
              <a:ext uri="{FF2B5EF4-FFF2-40B4-BE49-F238E27FC236}">
                <a16:creationId xmlns:a16="http://schemas.microsoft.com/office/drawing/2014/main" id="{8F627CCF-5E8C-5D4A-AB36-4B6D42CC6BF7}"/>
              </a:ext>
            </a:extLst>
          </p:cNvPr>
          <p:cNvSpPr txBox="1"/>
          <p:nvPr/>
        </p:nvSpPr>
        <p:spPr>
          <a:xfrm>
            <a:off x="3048000" y="6214514"/>
            <a:ext cx="11277600" cy="457200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FF0000"/>
                </a:solidFill>
              </a:rPr>
              <a:t>Source [4]: The Art of Statistics by David Spiegelhalter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8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Looking at Data</a:t>
            </a:r>
            <a:endParaRPr/>
          </a:p>
        </p:txBody>
      </p:sp>
      <p:pic>
        <p:nvPicPr>
          <p:cNvPr id="199" name="Google Shape;199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CAAA2C-7B08-CC9E-AEC5-EB61A3A563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6254" y="2113511"/>
            <a:ext cx="4763432" cy="409488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Content Placeholder 6">
            <a:extLst>
              <a:ext uri="{FF2B5EF4-FFF2-40B4-BE49-F238E27FC236}">
                <a16:creationId xmlns:a16="http://schemas.microsoft.com/office/drawing/2014/main" id="{D71E41F4-CB7C-9F3A-6349-0A53251D12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8497" y="2113511"/>
            <a:ext cx="5007006" cy="409488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85708CF-18EE-ED86-9B28-ED7695C20D63}"/>
              </a:ext>
            </a:extLst>
          </p:cNvPr>
          <p:cNvSpPr txBox="1">
            <a:spLocks/>
          </p:cNvSpPr>
          <p:nvPr/>
        </p:nvSpPr>
        <p:spPr>
          <a:xfrm>
            <a:off x="2016759" y="6350698"/>
            <a:ext cx="10072579" cy="66117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defPPr>
              <a:defRPr lang="en-US"/>
            </a:defPPr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/>
              <a:t>Source: [4</a:t>
            </a:r>
            <a:r>
              <a:rPr lang="en-US" sz="1800" dirty="0"/>
              <a:t>] </a:t>
            </a:r>
            <a:r>
              <a:rPr lang="en-US" sz="1800" dirty="0">
                <a:ea typeface="+mn-lt"/>
                <a:cs typeface="+mn-lt"/>
              </a:rPr>
              <a:t>https://www.lse.ac.uk/Events/2019/03/20190327t1830vHKT/Learning-from-Data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9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What is a Data Distribution?</a:t>
            </a:r>
            <a:endParaRPr/>
          </a:p>
        </p:txBody>
      </p:sp>
      <p:pic>
        <p:nvPicPr>
          <p:cNvPr id="207" name="Google Shape;207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7013B9-0C33-8EDA-E9C0-182853A9C918}"/>
              </a:ext>
            </a:extLst>
          </p:cNvPr>
          <p:cNvSpPr>
            <a:spLocks noGrp="1"/>
          </p:cNvSpPr>
          <p:nvPr/>
        </p:nvSpPr>
        <p:spPr>
          <a:xfrm>
            <a:off x="1164771" y="215945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dirty="0"/>
              <a:t>Normal Distribution (Known as the </a:t>
            </a:r>
            <a:r>
              <a:rPr lang="en-ZA" b="1" dirty="0"/>
              <a:t>Gaussian Distribution</a:t>
            </a:r>
            <a:r>
              <a:rPr lang="en-ZA" dirty="0"/>
              <a:t>) is a probability distribution that appears as a "bell curve" when graphed. </a:t>
            </a:r>
            <a:r>
              <a:rPr lang="en-US" dirty="0"/>
              <a:t>Also called the </a:t>
            </a:r>
            <a:r>
              <a:rPr lang="en-US" b="1" dirty="0"/>
              <a:t>Bell</a:t>
            </a:r>
            <a:r>
              <a:rPr lang="en-US" dirty="0"/>
              <a:t> </a:t>
            </a:r>
            <a:r>
              <a:rPr lang="en-US" b="1" dirty="0"/>
              <a:t>Curve</a:t>
            </a:r>
            <a:r>
              <a:rPr lang="en-US" dirty="0"/>
              <a:t> because of its shape.</a:t>
            </a:r>
          </a:p>
          <a:p>
            <a:r>
              <a:rPr lang="en-US" b="1" dirty="0"/>
              <a:t>Characteristics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Symmetrical</a:t>
            </a:r>
            <a:r>
              <a:rPr lang="en-US" dirty="0"/>
              <a:t> around the mean</a:t>
            </a:r>
          </a:p>
          <a:p>
            <a:pPr lvl="1"/>
            <a:r>
              <a:rPr lang="en-US" dirty="0"/>
              <a:t>Mean = Median = Mode</a:t>
            </a:r>
          </a:p>
          <a:p>
            <a:pPr lvl="1"/>
            <a:r>
              <a:rPr lang="en-US" dirty="0"/>
              <a:t>Most data falls near the center</a:t>
            </a:r>
          </a:p>
          <a:p>
            <a:pPr lvl="1"/>
            <a:r>
              <a:rPr lang="en-US" dirty="0"/>
              <a:t>Tails taper off equally on both sides</a:t>
            </a:r>
          </a:p>
          <a:p>
            <a:pPr lvl="1"/>
            <a:r>
              <a:rPr lang="en-US" dirty="0"/>
              <a:t>Defined mathematically by the </a:t>
            </a:r>
            <a:br>
              <a:rPr lang="en-US" dirty="0"/>
            </a:br>
            <a:r>
              <a:rPr lang="en-US" b="1" dirty="0"/>
              <a:t>Gaussian function</a:t>
            </a:r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55E008-850A-5F91-7838-7AD79EB4CA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4968" y="3445784"/>
            <a:ext cx="5379154" cy="302577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30"/>
          <p:cNvSpPr txBox="1">
            <a:spLocks noGrp="1"/>
          </p:cNvSpPr>
          <p:nvPr>
            <p:ph type="title"/>
          </p:nvPr>
        </p:nvSpPr>
        <p:spPr>
          <a:xfrm>
            <a:off x="2412073" y="697359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b="1">
                <a:latin typeface="Aptos Display"/>
              </a:rPr>
              <a:t>What is Skewed Distribution?</a:t>
            </a:r>
            <a:endParaRPr lang="en-US">
              <a:latin typeface="Aptos Display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Play"/>
              <a:buNone/>
            </a:pPr>
            <a:endParaRPr lang="en-US" b="1" dirty="0"/>
          </a:p>
        </p:txBody>
      </p:sp>
      <p:pic>
        <p:nvPicPr>
          <p:cNvPr id="215" name="Google Shape;215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graph with orange lines  AI-generated content may be incorrect.">
            <a:extLst>
              <a:ext uri="{FF2B5EF4-FFF2-40B4-BE49-F238E27FC236}">
                <a16:creationId xmlns:a16="http://schemas.microsoft.com/office/drawing/2014/main" id="{516B06FC-4208-4863-E20A-83CA544955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4787" y="4136330"/>
            <a:ext cx="4447870" cy="2912512"/>
          </a:xfrm>
          <a:prstGeom prst="rect">
            <a:avLst/>
          </a:prstGeom>
        </p:spPr>
      </p:pic>
      <p:pic>
        <p:nvPicPr>
          <p:cNvPr id="5" name="Picture 4" descr="A graph with purple line  AI-generated content may be incorrect.">
            <a:extLst>
              <a:ext uri="{FF2B5EF4-FFF2-40B4-BE49-F238E27FC236}">
                <a16:creationId xmlns:a16="http://schemas.microsoft.com/office/drawing/2014/main" id="{D6C16943-3F04-1844-FF6F-6DDF16FF5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2596" y="1578271"/>
            <a:ext cx="4400569" cy="250102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9B2928-5CD1-B10E-1268-534E5F7CCD0F}"/>
              </a:ext>
            </a:extLst>
          </p:cNvPr>
          <p:cNvSpPr>
            <a:spLocks noGrp="1"/>
          </p:cNvSpPr>
          <p:nvPr/>
        </p:nvSpPr>
        <p:spPr>
          <a:xfrm>
            <a:off x="1459029" y="1942835"/>
            <a:ext cx="6683146" cy="365355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ea typeface="+mn-lt"/>
                <a:cs typeface="+mn-lt"/>
              </a:rPr>
              <a:t>A </a:t>
            </a:r>
            <a:r>
              <a:rPr lang="en-US" sz="2200" b="1" dirty="0">
                <a:latin typeface="Calibri"/>
                <a:ea typeface="Calibri"/>
                <a:cs typeface="Calibri"/>
              </a:rPr>
              <a:t>s</a:t>
            </a:r>
            <a:r>
              <a:rPr lang="en-US" sz="2200" b="1" dirty="0">
                <a:latin typeface="Aptos"/>
                <a:ea typeface="Calibri"/>
                <a:cs typeface="Calibri"/>
              </a:rPr>
              <a:t>kewed distribution</a:t>
            </a:r>
            <a:r>
              <a:rPr lang="en-US" sz="2200" dirty="0">
                <a:ea typeface="+mn-lt"/>
                <a:cs typeface="+mn-lt"/>
              </a:rPr>
              <a:t> occurs when the </a:t>
            </a:r>
            <a:r>
              <a:rPr lang="en-US" sz="2200" b="1" dirty="0">
                <a:latin typeface="Aptos"/>
                <a:ea typeface="Calibri"/>
                <a:cs typeface="Calibri"/>
              </a:rPr>
              <a:t>data is not evenly distributed</a:t>
            </a:r>
            <a:r>
              <a:rPr lang="en-US" sz="2200" dirty="0">
                <a:ea typeface="+mn-lt"/>
                <a:cs typeface="+mn-lt"/>
              </a:rPr>
              <a:t> around the mean. The values tend to </a:t>
            </a:r>
            <a:r>
              <a:rPr lang="en-US" sz="2200" b="1" dirty="0">
                <a:latin typeface="Aptos"/>
                <a:ea typeface="Calibri"/>
                <a:cs typeface="Calibri"/>
              </a:rPr>
              <a:t>lean more to one side</a:t>
            </a:r>
            <a:r>
              <a:rPr lang="en-US" sz="2200" dirty="0">
                <a:ea typeface="+mn-lt"/>
                <a:cs typeface="+mn-lt"/>
              </a:rPr>
              <a:t>, forming a </a:t>
            </a:r>
            <a:r>
              <a:rPr lang="en-US" sz="2200" b="1" dirty="0">
                <a:latin typeface="Aptos"/>
                <a:ea typeface="Calibri"/>
                <a:cs typeface="Calibri"/>
              </a:rPr>
              <a:t>tail</a:t>
            </a:r>
            <a:r>
              <a:rPr lang="en-US" sz="2200" dirty="0">
                <a:ea typeface="+mn-lt"/>
                <a:cs typeface="+mn-lt"/>
              </a:rPr>
              <a:t> on either the right or left.</a:t>
            </a:r>
            <a:endParaRPr lang="en-US" sz="2200"/>
          </a:p>
          <a:p>
            <a:pPr>
              <a:buNone/>
            </a:pPr>
            <a:r>
              <a:rPr lang="en-US" sz="2200" b="1" dirty="0">
                <a:latin typeface="Aptos"/>
                <a:cs typeface="Times New Roman"/>
              </a:rPr>
              <a:t>Characteristics:</a:t>
            </a:r>
            <a:endParaRPr lang="en-US" sz="2200" dirty="0">
              <a:latin typeface="Aptos"/>
            </a:endParaRPr>
          </a:p>
          <a:p>
            <a:pPr>
              <a:buFont typeface="Arial"/>
              <a:buChar char="•"/>
            </a:pPr>
            <a:r>
              <a:rPr lang="en-US" sz="2200" b="1" dirty="0">
                <a:latin typeface="Aptos"/>
                <a:cs typeface="Times New Roman"/>
              </a:rPr>
              <a:t>Asymmetrical</a:t>
            </a:r>
            <a:r>
              <a:rPr lang="en-US" sz="2200" dirty="0">
                <a:latin typeface="Aptos"/>
                <a:cs typeface="Times New Roman"/>
              </a:rPr>
              <a:t> shape</a:t>
            </a:r>
            <a:endParaRPr lang="en-US" sz="2200" dirty="0">
              <a:latin typeface="Aptos"/>
            </a:endParaRPr>
          </a:p>
          <a:p>
            <a:pPr>
              <a:buFont typeface="Arial"/>
              <a:buChar char="•"/>
            </a:pPr>
            <a:r>
              <a:rPr lang="en-US" sz="2200" dirty="0">
                <a:latin typeface="Aptos"/>
                <a:cs typeface="Times New Roman"/>
              </a:rPr>
              <a:t>The </a:t>
            </a:r>
            <a:r>
              <a:rPr lang="en-US" sz="2200" b="1" dirty="0">
                <a:latin typeface="Aptos"/>
                <a:cs typeface="Times New Roman"/>
              </a:rPr>
              <a:t>mean, median, and mode are not equal</a:t>
            </a:r>
            <a:endParaRPr lang="en-US" sz="2200">
              <a:latin typeface="Aptos"/>
            </a:endParaRPr>
          </a:p>
          <a:p>
            <a:pPr>
              <a:buFont typeface="Arial"/>
              <a:buChar char="•"/>
            </a:pPr>
            <a:r>
              <a:rPr lang="en-US" sz="2200" b="1" dirty="0">
                <a:latin typeface="Aptos"/>
                <a:cs typeface="Times New Roman"/>
              </a:rPr>
              <a:t>Two types</a:t>
            </a:r>
            <a:r>
              <a:rPr lang="en-US" sz="2200" dirty="0">
                <a:latin typeface="Aptos"/>
                <a:cs typeface="Times New Roman"/>
              </a:rPr>
              <a:t> of skewness:</a:t>
            </a:r>
            <a:endParaRPr lang="en-US" sz="2200">
              <a:latin typeface="Aptos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2200" b="1" dirty="0">
                <a:latin typeface="Aptos"/>
                <a:cs typeface="Times New Roman"/>
              </a:rPr>
              <a:t>Right-Skewed (Positive Skew)</a:t>
            </a:r>
            <a:r>
              <a:rPr lang="en-US" sz="2200" dirty="0">
                <a:latin typeface="Aptos"/>
                <a:cs typeface="Times New Roman"/>
              </a:rPr>
              <a:t>: Tail on the </a:t>
            </a:r>
            <a:r>
              <a:rPr lang="en-US" sz="2200" b="1" dirty="0">
                <a:latin typeface="Aptos"/>
                <a:cs typeface="Times New Roman"/>
              </a:rPr>
              <a:t>right</a:t>
            </a:r>
            <a:r>
              <a:rPr lang="en-US" sz="2200" dirty="0">
                <a:latin typeface="Aptos"/>
                <a:cs typeface="Times New Roman"/>
              </a:rPr>
              <a:t>, Mean &gt; Median &gt; Mode</a:t>
            </a:r>
            <a:endParaRPr lang="en-US" sz="2200">
              <a:latin typeface="Aptos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2200" b="1" dirty="0">
                <a:latin typeface="Aptos"/>
                <a:cs typeface="Times New Roman"/>
              </a:rPr>
              <a:t>Left-Skewed (Negative Skew)</a:t>
            </a:r>
            <a:r>
              <a:rPr lang="en-US" sz="2200" dirty="0">
                <a:latin typeface="Aptos"/>
                <a:cs typeface="Times New Roman"/>
              </a:rPr>
              <a:t>: </a:t>
            </a:r>
            <a:endParaRPr lang="en-US" sz="2200">
              <a:latin typeface="Aptos"/>
              <a:cs typeface="Times New Roman"/>
            </a:endParaRPr>
          </a:p>
          <a:p>
            <a:pPr marL="971550" lvl="1" indent="-285750">
              <a:buFont typeface="Arial"/>
              <a:buChar char="•"/>
            </a:pPr>
            <a:r>
              <a:rPr lang="en-US" sz="2200" dirty="0">
                <a:latin typeface="Aptos"/>
                <a:cs typeface="Times New Roman"/>
              </a:rPr>
              <a:t>Tail on the </a:t>
            </a:r>
            <a:r>
              <a:rPr lang="en-US" sz="2200" b="1" dirty="0">
                <a:latin typeface="Aptos"/>
                <a:cs typeface="Times New Roman"/>
              </a:rPr>
              <a:t>left</a:t>
            </a:r>
            <a:r>
              <a:rPr lang="en-US" sz="2200" dirty="0">
                <a:latin typeface="Aptos"/>
                <a:cs typeface="Times New Roman"/>
              </a:rPr>
              <a:t>, Mean &lt; Median &lt; Mode</a:t>
            </a:r>
            <a:endParaRPr lang="en-US" sz="2200">
              <a:latin typeface="Aptos"/>
            </a:endParaRPr>
          </a:p>
          <a:p>
            <a:pPr marL="0" indent="0">
              <a:buNone/>
            </a:pPr>
            <a:r>
              <a:rPr lang="en-US" sz="2200" dirty="0">
                <a:latin typeface="Aptos"/>
                <a:cs typeface="Times New Roman"/>
              </a:rPr>
              <a:t>Affects </a:t>
            </a:r>
            <a:r>
              <a:rPr lang="en-US" sz="2200" b="1" dirty="0">
                <a:latin typeface="Aptos"/>
                <a:cs typeface="Times New Roman"/>
              </a:rPr>
              <a:t>statistical analysis and interpretation</a:t>
            </a:r>
            <a:endParaRPr lang="en-US" sz="2200" dirty="0">
              <a:latin typeface="Aptos"/>
            </a:endParaRP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32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Which Central Tendency Measure to Choose?</a:t>
            </a:r>
            <a:endParaRPr/>
          </a:p>
        </p:txBody>
      </p:sp>
      <p:pic>
        <p:nvPicPr>
          <p:cNvPr id="231" name="Google Shape;231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A30ABF2-4C6A-EB86-832D-DFE80AD586CA}"/>
              </a:ext>
            </a:extLst>
          </p:cNvPr>
          <p:cNvSpPr txBox="1">
            <a:spLocks/>
          </p:cNvSpPr>
          <p:nvPr/>
        </p:nvSpPr>
        <p:spPr>
          <a:xfrm>
            <a:off x="656771" y="5241925"/>
            <a:ext cx="1088571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>
                <a:solidFill>
                  <a:srgbClr val="2D2B27"/>
                </a:solidFill>
                <a:ea typeface="+mj-lt"/>
                <a:cs typeface="+mj-lt"/>
              </a:rPr>
              <a:t>In </a:t>
            </a:r>
            <a:r>
              <a:rPr lang="en-US" sz="1800" dirty="0">
                <a:ea typeface="+mj-lt"/>
                <a:cs typeface="+mj-lt"/>
                <a:hlinkClick r:id="rId5"/>
              </a:rPr>
              <a:t>probability theory</a:t>
            </a:r>
            <a:r>
              <a:rPr lang="en-US" sz="1800">
                <a:solidFill>
                  <a:srgbClr val="2D2B27"/>
                </a:solidFill>
                <a:ea typeface="+mj-lt"/>
                <a:cs typeface="+mj-lt"/>
              </a:rPr>
              <a:t>, the </a:t>
            </a:r>
            <a:r>
              <a:rPr lang="en-US" sz="1800" b="1">
                <a:solidFill>
                  <a:srgbClr val="2D2B27"/>
                </a:solidFill>
                <a:ea typeface="+mj-lt"/>
                <a:cs typeface="+mj-lt"/>
              </a:rPr>
              <a:t>central limit theorem</a:t>
            </a:r>
            <a:r>
              <a:rPr lang="en-US" sz="1800">
                <a:solidFill>
                  <a:srgbClr val="2D2B27"/>
                </a:solidFill>
                <a:ea typeface="+mj-lt"/>
                <a:cs typeface="+mj-lt"/>
              </a:rPr>
              <a:t> (</a:t>
            </a:r>
            <a:r>
              <a:rPr lang="en-US" sz="1800" b="1">
                <a:solidFill>
                  <a:srgbClr val="2D2B27"/>
                </a:solidFill>
                <a:ea typeface="+mj-lt"/>
                <a:cs typeface="+mj-lt"/>
              </a:rPr>
              <a:t>CLT</a:t>
            </a:r>
            <a:r>
              <a:rPr lang="en-US" sz="1800">
                <a:solidFill>
                  <a:srgbClr val="2D2B27"/>
                </a:solidFill>
                <a:ea typeface="+mj-lt"/>
                <a:cs typeface="+mj-lt"/>
              </a:rPr>
              <a:t>) states that, under appropriate conditions, the </a:t>
            </a:r>
            <a:r>
              <a:rPr lang="en-US" sz="1800" dirty="0">
                <a:ea typeface="+mj-lt"/>
                <a:cs typeface="+mj-lt"/>
                <a:hlinkClick r:id="rId6"/>
              </a:rPr>
              <a:t>distribution</a:t>
            </a:r>
            <a:r>
              <a:rPr lang="en-US" sz="1800">
                <a:solidFill>
                  <a:srgbClr val="2D2B27"/>
                </a:solidFill>
                <a:ea typeface="+mj-lt"/>
                <a:cs typeface="+mj-lt"/>
              </a:rPr>
              <a:t> of a normalized version of the sample mean converges to a </a:t>
            </a:r>
            <a:r>
              <a:rPr lang="en-US" sz="1800" dirty="0">
                <a:ea typeface="+mj-lt"/>
                <a:cs typeface="+mj-lt"/>
                <a:hlinkClick r:id="rId7"/>
              </a:rPr>
              <a:t>standard normal distribution</a:t>
            </a:r>
            <a:r>
              <a:rPr lang="en-US" sz="1800">
                <a:solidFill>
                  <a:srgbClr val="2D2B27"/>
                </a:solidFill>
                <a:ea typeface="+mj-lt"/>
                <a:cs typeface="+mj-lt"/>
              </a:rPr>
              <a:t>. </a:t>
            </a:r>
            <a:endParaRPr lang="en-US" sz="180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6D5D91B-7030-CBF3-8D51-02DC52473C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1446472"/>
              </p:ext>
            </p:extLst>
          </p:nvPr>
        </p:nvGraphicFramePr>
        <p:xfrm>
          <a:off x="1012144" y="2384161"/>
          <a:ext cx="10487025" cy="2844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95675">
                  <a:extLst>
                    <a:ext uri="{9D8B030D-6E8A-4147-A177-3AD203B41FA5}">
                      <a16:colId xmlns:a16="http://schemas.microsoft.com/office/drawing/2014/main" val="3752191437"/>
                    </a:ext>
                  </a:extLst>
                </a:gridCol>
                <a:gridCol w="3495675">
                  <a:extLst>
                    <a:ext uri="{9D8B030D-6E8A-4147-A177-3AD203B41FA5}">
                      <a16:colId xmlns:a16="http://schemas.microsoft.com/office/drawing/2014/main" val="2737190816"/>
                    </a:ext>
                  </a:extLst>
                </a:gridCol>
                <a:gridCol w="3495675">
                  <a:extLst>
                    <a:ext uri="{9D8B030D-6E8A-4147-A177-3AD203B41FA5}">
                      <a16:colId xmlns:a16="http://schemas.microsoft.com/office/drawing/2014/main" val="2277254444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Measure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Best When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FFFFFF"/>
                          </a:solidFill>
                          <a:effectLst/>
                          <a:latin typeface="Aptos" panose="020B0004020202020204" pitchFamily="34" charset="0"/>
                        </a:rPr>
                        <a:t>Avoid When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276119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Mean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Data is evenly distributed (normal distribution).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 outliers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Sensitive to outliers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90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67691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Median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Data has outliers or skewed distribution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Less informative for symmetric, well-behaved data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104244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1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Mode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Data is categorical or you need the most frequent value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800" b="0" i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Not very useful for continuous data or when no clear mode exists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483952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3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What Distribution Means in Data Science</a:t>
            </a:r>
            <a:endParaRPr/>
          </a:p>
        </p:txBody>
      </p:sp>
      <p:pic>
        <p:nvPicPr>
          <p:cNvPr id="239" name="Google Shape;23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609D6-8139-C912-F519-02549828F28C}"/>
              </a:ext>
            </a:extLst>
          </p:cNvPr>
          <p:cNvSpPr>
            <a:spLocks noGrp="1"/>
          </p:cNvSpPr>
          <p:nvPr/>
        </p:nvSpPr>
        <p:spPr>
          <a:xfrm>
            <a:off x="4519220" y="2304596"/>
            <a:ext cx="6892635" cy="4667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Understanding if your data is </a:t>
            </a:r>
            <a:r>
              <a:rPr lang="en-US" sz="2000" b="1" dirty="0"/>
              <a:t>normally distributed</a:t>
            </a:r>
            <a:r>
              <a:rPr lang="en-US" sz="2000" dirty="0"/>
              <a:t> matters because:</a:t>
            </a:r>
          </a:p>
          <a:p>
            <a:pPr marL="0" indent="0">
              <a:buNone/>
            </a:pPr>
            <a:r>
              <a:rPr lang="en-US" sz="2000" b="1" dirty="0"/>
              <a:t>Many algorithms assume it: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Linear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Logistic regression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 Naive Bayes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 T-tests and ANOVA</a:t>
            </a:r>
          </a:p>
          <a:p>
            <a:pPr marL="0" indent="0">
              <a:buNone/>
            </a:pPr>
            <a:r>
              <a:rPr lang="en-US" sz="2000" b="1" dirty="0"/>
              <a:t>Standardized models: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Let you apply </a:t>
            </a:r>
            <a:r>
              <a:rPr lang="en-US" sz="2000" b="1" dirty="0"/>
              <a:t>z-scores</a:t>
            </a:r>
            <a:r>
              <a:rPr lang="en-US" sz="2000" dirty="0"/>
              <a:t> (how many std deviations from mean)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Make it easier to detect </a:t>
            </a:r>
            <a:r>
              <a:rPr lang="en-US" sz="2000" b="1" dirty="0"/>
              <a:t>outliers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B7082B-38D3-459E-919B-CB61946FC17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594" r="49814" b="1"/>
          <a:stretch>
            <a:fillRect/>
          </a:stretch>
        </p:blipFill>
        <p:spPr>
          <a:xfrm>
            <a:off x="896257" y="2203955"/>
            <a:ext cx="2968133" cy="4451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4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What Distribution Means in Data Science</a:t>
            </a:r>
            <a:endParaRPr/>
          </a:p>
        </p:txBody>
      </p:sp>
      <p:pic>
        <p:nvPicPr>
          <p:cNvPr id="247" name="Google Shape;247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609D6-8139-C912-F519-02549828F28C}"/>
              </a:ext>
            </a:extLst>
          </p:cNvPr>
          <p:cNvSpPr>
            <a:spLocks noGrp="1"/>
          </p:cNvSpPr>
          <p:nvPr/>
        </p:nvSpPr>
        <p:spPr>
          <a:xfrm>
            <a:off x="1273629" y="255133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Helps with:</a:t>
            </a:r>
          </a:p>
          <a:p>
            <a:pPr lvl="1"/>
            <a:r>
              <a:rPr lang="en-US" dirty="0"/>
              <a:t>Feature scaling</a:t>
            </a:r>
          </a:p>
          <a:p>
            <a:pPr lvl="1"/>
            <a:r>
              <a:rPr lang="en-US" dirty="0"/>
              <a:t>Probability estimates</a:t>
            </a:r>
          </a:p>
          <a:p>
            <a:pPr lvl="1"/>
            <a:r>
              <a:rPr lang="en-US" dirty="0"/>
              <a:t>Statistical inference</a:t>
            </a:r>
          </a:p>
          <a:p>
            <a:pPr lvl="1"/>
            <a:endParaRPr lang="en-US" dirty="0"/>
          </a:p>
          <a:p>
            <a:r>
              <a:rPr lang="en-US" b="1" dirty="0"/>
              <a:t>Real-World Example:</a:t>
            </a:r>
          </a:p>
          <a:p>
            <a:pPr lvl="1"/>
            <a:r>
              <a:rPr lang="en-US" dirty="0"/>
              <a:t>If you’re analyzing </a:t>
            </a:r>
            <a:r>
              <a:rPr lang="en-US" b="1" dirty="0"/>
              <a:t>student test scores</a:t>
            </a:r>
            <a:r>
              <a:rPr lang="en-US" dirty="0"/>
              <a:t>, a normal distribution means:</a:t>
            </a:r>
          </a:p>
          <a:p>
            <a:pPr lvl="2"/>
            <a:r>
              <a:rPr lang="en-US" dirty="0"/>
              <a:t>Most students score near the average</a:t>
            </a:r>
          </a:p>
          <a:p>
            <a:pPr lvl="2"/>
            <a:r>
              <a:rPr lang="en-US" dirty="0"/>
              <a:t>Fewer students score very high or very low</a:t>
            </a:r>
          </a:p>
          <a:p>
            <a:pPr lvl="2"/>
            <a:r>
              <a:rPr lang="en-US" dirty="0"/>
              <a:t>The grading curve might be centered on the class average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200129-8A55-4B9E-BF6A-FF95634165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8450" y="2110075"/>
            <a:ext cx="4892365" cy="28635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5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Probability: The Language of Uncertainty</a:t>
            </a:r>
            <a:endParaRPr/>
          </a:p>
        </p:txBody>
      </p:sp>
      <p:pic>
        <p:nvPicPr>
          <p:cNvPr id="255" name="Google Shape;255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609D6-8139-C912-F519-02549828F28C}"/>
              </a:ext>
            </a:extLst>
          </p:cNvPr>
          <p:cNvSpPr>
            <a:spLocks noGrp="1"/>
          </p:cNvSpPr>
          <p:nvPr/>
        </p:nvSpPr>
        <p:spPr>
          <a:xfrm>
            <a:off x="1440543" y="22320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Formula for an event A:</a:t>
            </a:r>
            <a:endParaRPr lang="en-ZA" b="1" dirty="0"/>
          </a:p>
          <a:p>
            <a:endParaRPr lang="en-ZA" b="1" dirty="0"/>
          </a:p>
          <a:p>
            <a:endParaRPr lang="en-ZA" b="1" dirty="0"/>
          </a:p>
          <a:p>
            <a:endParaRPr lang="en-ZA" b="1" dirty="0"/>
          </a:p>
          <a:p>
            <a:r>
              <a:rPr lang="en-ZA" b="1" dirty="0"/>
              <a:t>Why it matters in Data Science:</a:t>
            </a:r>
          </a:p>
          <a:p>
            <a:pPr lvl="1"/>
            <a:r>
              <a:rPr lang="en-ZA" dirty="0"/>
              <a:t>Handles </a:t>
            </a:r>
            <a:r>
              <a:rPr lang="en-ZA" b="1" dirty="0"/>
              <a:t>uncertainty</a:t>
            </a:r>
            <a:r>
              <a:rPr lang="en-ZA" dirty="0"/>
              <a:t> in predictions (e.g., spam detection, fraud detection)</a:t>
            </a:r>
          </a:p>
          <a:p>
            <a:pPr lvl="1"/>
            <a:r>
              <a:rPr lang="en-ZA" dirty="0"/>
              <a:t>Used in probabilistic models like </a:t>
            </a:r>
            <a:r>
              <a:rPr lang="en-ZA" b="1" dirty="0"/>
              <a:t>Naive Bayes</a:t>
            </a:r>
            <a:r>
              <a:rPr lang="en-ZA" dirty="0"/>
              <a:t>, </a:t>
            </a:r>
            <a:r>
              <a:rPr lang="en-ZA" b="1" dirty="0"/>
              <a:t>Bayesian networks</a:t>
            </a:r>
            <a:r>
              <a:rPr lang="en-ZA" dirty="0"/>
              <a:t>, </a:t>
            </a:r>
            <a:r>
              <a:rPr lang="en-ZA" b="1" dirty="0"/>
              <a:t>Hidden Markov Models</a:t>
            </a:r>
            <a:endParaRPr lang="en-ZA" dirty="0"/>
          </a:p>
          <a:p>
            <a:pPr lvl="1"/>
            <a:r>
              <a:rPr lang="en-ZA" dirty="0"/>
              <a:t>Foundation of </a:t>
            </a:r>
            <a:r>
              <a:rPr lang="en-ZA" b="1" dirty="0"/>
              <a:t>sampling</a:t>
            </a:r>
            <a:r>
              <a:rPr lang="en-ZA" dirty="0"/>
              <a:t>, </a:t>
            </a:r>
            <a:r>
              <a:rPr lang="en-ZA" b="1" dirty="0"/>
              <a:t>A/B testing</a:t>
            </a:r>
            <a:r>
              <a:rPr lang="en-ZA" dirty="0"/>
              <a:t>, and </a:t>
            </a:r>
            <a:r>
              <a:rPr lang="en-ZA" b="1" dirty="0"/>
              <a:t>predictive </a:t>
            </a:r>
            <a:r>
              <a:rPr lang="en-ZA" b="1" dirty="0" err="1"/>
              <a:t>modeling</a:t>
            </a:r>
            <a:endParaRPr lang="en-ZA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BBE366-5412-4DFC-9EB2-2F3E3CC50E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823" y="2787565"/>
            <a:ext cx="4563112" cy="118126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6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Probability Example</a:t>
            </a:r>
            <a:endParaRPr/>
          </a:p>
        </p:txBody>
      </p:sp>
      <p:pic>
        <p:nvPicPr>
          <p:cNvPr id="263" name="Google Shape;263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609D6-8139-C912-F519-02549828F28C}"/>
              </a:ext>
            </a:extLst>
          </p:cNvPr>
          <p:cNvSpPr>
            <a:spLocks noGrp="1"/>
          </p:cNvSpPr>
          <p:nvPr/>
        </p:nvSpPr>
        <p:spPr>
          <a:xfrm>
            <a:off x="1273629" y="23263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If 3 out of 5 emails are spam:</a:t>
            </a:r>
          </a:p>
          <a:p>
            <a:pPr marL="0" indent="0">
              <a:buNone/>
            </a:pPr>
            <a:r>
              <a:rPr lang="en-US"/>
              <a:t>   			</a:t>
            </a:r>
          </a:p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4EFF73-62F9-4686-B257-5575940DF0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2319" y="3593652"/>
            <a:ext cx="6218219" cy="181676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7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Conditional Probability: Knowing Changes the Odds</a:t>
            </a:r>
            <a:endParaRPr/>
          </a:p>
        </p:txBody>
      </p:sp>
      <p:pic>
        <p:nvPicPr>
          <p:cNvPr id="271" name="Google Shape;271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E609D6-8139-C912-F519-02549828F28C}"/>
              </a:ext>
            </a:extLst>
          </p:cNvPr>
          <p:cNvSpPr>
            <a:spLocks noGrp="1"/>
          </p:cNvSpPr>
          <p:nvPr/>
        </p:nvSpPr>
        <p:spPr>
          <a:xfrm>
            <a:off x="1411514" y="226105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b="1" dirty="0"/>
              <a:t>Formula:</a:t>
            </a:r>
          </a:p>
          <a:p>
            <a:pPr marL="2286000" lvl="5" indent="0">
              <a:buNone/>
            </a:pPr>
            <a:r>
              <a:rPr lang="en-ZA" sz="3600" dirty="0"/>
              <a:t>P(A|B) = P(A ∩ B) / P(B)</a:t>
            </a:r>
            <a:endParaRPr lang="en-ZA" dirty="0"/>
          </a:p>
          <a:p>
            <a:endParaRPr lang="en-US" b="1" dirty="0"/>
          </a:p>
          <a:p>
            <a:r>
              <a:rPr lang="en-US" b="1" dirty="0"/>
              <a:t>Data Science Example:</a:t>
            </a:r>
          </a:p>
          <a:p>
            <a:pPr lvl="1"/>
            <a:r>
              <a:rPr lang="en-US" dirty="0"/>
              <a:t>What's the chance a user </a:t>
            </a:r>
            <a:r>
              <a:rPr lang="en-US" b="1" dirty="0"/>
              <a:t>buys</a:t>
            </a:r>
            <a:r>
              <a:rPr lang="en-US" dirty="0"/>
              <a:t> given they </a:t>
            </a:r>
            <a:r>
              <a:rPr lang="en-US" b="1" dirty="0"/>
              <a:t>clicked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Let A = Buy, B = Click</a:t>
            </a:r>
          </a:p>
          <a:p>
            <a:pPr lvl="1"/>
            <a:r>
              <a:rPr lang="en-US" dirty="0"/>
              <a:t>Crucial for </a:t>
            </a:r>
            <a:r>
              <a:rPr lang="en-US" b="1" dirty="0"/>
              <a:t>recommendation systems</a:t>
            </a:r>
            <a:r>
              <a:rPr lang="en-US" dirty="0"/>
              <a:t> and </a:t>
            </a:r>
            <a:r>
              <a:rPr lang="en-US" b="1" dirty="0"/>
              <a:t>conversion analysis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" name="Google Shape;276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8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Bayes' Theorem: Update Your Beliefs</a:t>
            </a:r>
            <a:endParaRPr/>
          </a:p>
        </p:txBody>
      </p:sp>
      <p:pic>
        <p:nvPicPr>
          <p:cNvPr id="279" name="Google Shape;279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E695B894-76CF-C26B-0386-189FBDFA81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134188"/>
              </p:ext>
            </p:extLst>
          </p:nvPr>
        </p:nvGraphicFramePr>
        <p:xfrm>
          <a:off x="939800" y="2072368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9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Bayesian Thinking: Updating Beliefs With Evidence</a:t>
            </a:r>
            <a:endParaRPr/>
          </a:p>
        </p:txBody>
      </p:sp>
      <p:pic>
        <p:nvPicPr>
          <p:cNvPr id="287" name="Google Shape;287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228FF91-6F8A-6D62-6315-B9425F2CFCE4}"/>
              </a:ext>
            </a:extLst>
          </p:cNvPr>
          <p:cNvSpPr>
            <a:spLocks noGrp="1"/>
          </p:cNvSpPr>
          <p:nvPr/>
        </p:nvSpPr>
        <p:spPr>
          <a:xfrm>
            <a:off x="1273629" y="231185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Calibri" panose="020F0502020204030204" pitchFamily="34" charset="0"/>
              </a:rPr>
              <a:t>Bayes’ theorem is not just a formula. It encodes a way of thinking that Spiegelhalter considers foundational to all statistics.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sz="1700" b="1">
                <a:latin typeface="Calibri"/>
                <a:ea typeface="Calibri"/>
                <a:cs typeface="Calibri"/>
              </a:rPr>
              <a:t>The core idea : three steps:</a:t>
            </a:r>
          </a:p>
          <a:p>
            <a:r>
              <a:rPr lang="en-US" sz="1500" b="1" dirty="0">
                <a:latin typeface="Calibri" panose="020F0502020204030204" pitchFamily="34" charset="0"/>
              </a:rPr>
              <a:t>1. Prior: </a:t>
            </a:r>
            <a:r>
              <a:rPr lang="en-US" sz="1500" dirty="0">
                <a:latin typeface="Calibri" panose="020F0502020204030204" pitchFamily="34" charset="0"/>
              </a:rPr>
              <a:t>Start with a belief. What do we think before seeing any data?</a:t>
            </a:r>
          </a:p>
          <a:p>
            <a:r>
              <a:rPr lang="en-US" sz="1500" b="1" dirty="0">
                <a:latin typeface="Calibri" panose="020F0502020204030204" pitchFamily="34" charset="0"/>
              </a:rPr>
              <a:t>2. Likelihood: </a:t>
            </a:r>
            <a:r>
              <a:rPr lang="en-US" sz="1500" dirty="0">
                <a:latin typeface="Calibri" panose="020F0502020204030204" pitchFamily="34" charset="0"/>
              </a:rPr>
              <a:t>Collect evidence. How probable is this evidence if our belief is true?</a:t>
            </a:r>
          </a:p>
          <a:p>
            <a:r>
              <a:rPr lang="en-US" sz="1500" b="1" dirty="0">
                <a:latin typeface="Calibri" panose="020F0502020204030204" pitchFamily="34" charset="0"/>
              </a:rPr>
              <a:t>3. Posterior: </a:t>
            </a:r>
            <a:r>
              <a:rPr lang="en-US" sz="1500" dirty="0">
                <a:latin typeface="Calibri" panose="020F0502020204030204" pitchFamily="34" charset="0"/>
              </a:rPr>
              <a:t>Update the belief. P(Hypothesis | Evidence) using Bayes’ rule.</a:t>
            </a:r>
          </a:p>
          <a:p>
            <a:endParaRPr lang="en-US" dirty="0"/>
          </a:p>
          <a:p>
            <a:r>
              <a:rPr lang="en-US" sz="1600" b="1">
                <a:latin typeface="Calibri"/>
                <a:ea typeface="Calibri"/>
                <a:cs typeface="Calibri"/>
              </a:rPr>
              <a:t>Worked Example  Shipman revisited:</a:t>
            </a:r>
          </a:p>
          <a:p>
            <a:r>
              <a:rPr lang="en-US" sz="1400" dirty="0">
                <a:latin typeface="Calibri" panose="020F0502020204030204" pitchFamily="34" charset="0"/>
              </a:rPr>
              <a:t>Prior: a GP has a normal rate of patient deaths. Likelihood: Shipman’s death rate among afternoon patients is vastly higher than expected. Posterior: after updating on this evidence, the probability that his pattern is due to chance becomes vanishingly small.</a:t>
            </a:r>
          </a:p>
          <a:p>
            <a:endParaRPr lang="en-US" dirty="0"/>
          </a:p>
          <a:p>
            <a:r>
              <a:rPr lang="en-US" sz="1500" dirty="0">
                <a:latin typeface="Calibri" panose="020F0502020204030204" pitchFamily="34" charset="0"/>
              </a:rPr>
              <a:t>This is why Bayesian thinking matters: we do not need to wait for a definitive test. We update our confidence continuously as evidence accumulates.</a:t>
            </a:r>
          </a:p>
          <a:p>
            <a:endParaRPr lang="en-US" dirty="0"/>
          </a:p>
          <a:p>
            <a:r>
              <a:rPr lang="en-US" sz="1400" dirty="0">
                <a:latin typeface="Calibri" panose="020F0502020204030204" pitchFamily="34" charset="0"/>
              </a:rPr>
              <a:t>In data science: spam filters, medical diagnosis, fraud detection and recommendation engines all use Bayesian updating at their core.</a:t>
            </a:r>
          </a:p>
        </p:txBody>
      </p:sp>
      <p:sp>
        <p:nvSpPr>
          <p:cNvPr id="9" name="Source">
            <a:extLst>
              <a:ext uri="{FF2B5EF4-FFF2-40B4-BE49-F238E27FC236}">
                <a16:creationId xmlns:a16="http://schemas.microsoft.com/office/drawing/2014/main" id="{532A660E-E655-9F4A-1757-E388BD3F2F92}"/>
              </a:ext>
            </a:extLst>
          </p:cNvPr>
          <p:cNvSpPr txBox="1"/>
          <p:nvPr/>
        </p:nvSpPr>
        <p:spPr>
          <a:xfrm>
            <a:off x="1799771" y="6417714"/>
            <a:ext cx="11277600" cy="457200"/>
          </a:xfrm>
          <a:prstGeom prst="rect">
            <a:avLst/>
          </a:prstGeom>
          <a:noFill/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>
                <a:solidFill>
                  <a:srgbClr val="FF0000"/>
                </a:solidFill>
              </a:rPr>
              <a:t>Source [4]: The Art of Statistics : Chapter 8: Probability, the Language of Uncertainty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0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Data Science Use Case: Naive Bayes Classifier</a:t>
            </a:r>
            <a:endParaRPr/>
          </a:p>
        </p:txBody>
      </p:sp>
      <p:pic>
        <p:nvPicPr>
          <p:cNvPr id="295" name="Google Shape;295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609D6-8139-C912-F519-02549828F28C}"/>
              </a:ext>
            </a:extLst>
          </p:cNvPr>
          <p:cNvSpPr>
            <a:spLocks noGrp="1"/>
          </p:cNvSpPr>
          <p:nvPr/>
        </p:nvSpPr>
        <p:spPr>
          <a:xfrm>
            <a:off x="1934029" y="234088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ZA" sz="3000" dirty="0"/>
              <a:t>Data Science Use Case – Naive Bayes Classifier:</a:t>
            </a:r>
          </a:p>
          <a:p>
            <a:pPr lvl="1"/>
            <a:r>
              <a:rPr lang="en-ZA" sz="2600" dirty="0"/>
              <a:t>Let’s classify if a message is </a:t>
            </a:r>
            <a:r>
              <a:rPr lang="en-ZA" sz="2600" b="1" dirty="0"/>
              <a:t>spam</a:t>
            </a:r>
            <a:r>
              <a:rPr lang="en-ZA" sz="2600" dirty="0"/>
              <a:t> or </a:t>
            </a:r>
            <a:r>
              <a:rPr lang="en-ZA" sz="2600" b="1" dirty="0"/>
              <a:t>not spam</a:t>
            </a:r>
            <a:r>
              <a:rPr lang="en-ZA" sz="2600" dirty="0"/>
              <a:t>:</a:t>
            </a:r>
          </a:p>
          <a:p>
            <a:pPr lvl="2"/>
            <a:r>
              <a:rPr lang="en-ZA" sz="2200" dirty="0"/>
              <a:t>A: Message is spam</a:t>
            </a:r>
          </a:p>
          <a:p>
            <a:pPr lvl="2"/>
            <a:r>
              <a:rPr lang="en-ZA" sz="2200" dirty="0"/>
              <a:t>B: Message contains the word "free“</a:t>
            </a:r>
          </a:p>
          <a:p>
            <a:pPr>
              <a:buFont typeface="Arial" panose="020B0604020202020204" pitchFamily="34" charset="0"/>
              <a:buChar char="•"/>
            </a:pPr>
            <a:endParaRPr lang="en-ZA" sz="3000" dirty="0"/>
          </a:p>
          <a:p>
            <a:pPr marL="0" indent="0">
              <a:buNone/>
            </a:pPr>
            <a:endParaRPr lang="en-ZA" sz="3000" dirty="0"/>
          </a:p>
          <a:p>
            <a:pPr marL="0" indent="0">
              <a:buNone/>
            </a:pPr>
            <a:endParaRPr lang="en-ZA" sz="3000" dirty="0"/>
          </a:p>
          <a:p>
            <a:r>
              <a:rPr lang="en-ZA" sz="3000" dirty="0"/>
              <a:t>Trained on labelled data to estimate all components.</a:t>
            </a:r>
            <a:endParaRPr lang="en-Z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5C1FD6-4D20-4572-9044-6C4AB09F64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1471" y="4282890"/>
            <a:ext cx="7101997" cy="12313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279"/>
            <a:ext cx="12191999" cy="687527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1"/>
          <p:cNvSpPr txBox="1">
            <a:spLocks noGrp="1"/>
          </p:cNvSpPr>
          <p:nvPr>
            <p:ph type="ctrTitle"/>
          </p:nvPr>
        </p:nvSpPr>
        <p:spPr>
          <a:xfrm>
            <a:off x="4869542" y="2776234"/>
            <a:ext cx="7462298" cy="156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 b="1"/>
              <a:t>Case Study: Predicting Student Success</a:t>
            </a:r>
            <a:endParaRPr/>
          </a:p>
        </p:txBody>
      </p:sp>
      <p:sp>
        <p:nvSpPr>
          <p:cNvPr id="302" name="Google Shape;302;p41"/>
          <p:cNvSpPr txBox="1">
            <a:spLocks noGrp="1"/>
          </p:cNvSpPr>
          <p:nvPr>
            <p:ph type="subTitle" idx="1"/>
          </p:nvPr>
        </p:nvSpPr>
        <p:spPr>
          <a:xfrm>
            <a:off x="6095999" y="4638839"/>
            <a:ext cx="5938298" cy="918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Applying the PPDAC workflow end-to-end</a:t>
            </a:r>
            <a:endParaRPr/>
          </a:p>
        </p:txBody>
      </p:sp>
      <p:pic>
        <p:nvPicPr>
          <p:cNvPr id="303" name="Google Shape;303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0675" y="3242430"/>
            <a:ext cx="3211098" cy="1464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>
          <a:extLst>
            <a:ext uri="{FF2B5EF4-FFF2-40B4-BE49-F238E27FC236}">
              <a16:creationId xmlns:a16="http://schemas.microsoft.com/office/drawing/2014/main" id="{55A2C3ED-CEA2-7730-1717-86A888717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42">
            <a:extLst>
              <a:ext uri="{FF2B5EF4-FFF2-40B4-BE49-F238E27FC236}">
                <a16:creationId xmlns:a16="http://schemas.microsoft.com/office/drawing/2014/main" id="{FC296EA2-5180-1EBD-5DAB-1096D3800A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2">
            <a:extLst>
              <a:ext uri="{FF2B5EF4-FFF2-40B4-BE49-F238E27FC236}">
                <a16:creationId xmlns:a16="http://schemas.microsoft.com/office/drawing/2014/main" id="{5DC83853-1F43-ED9C-BA5C-DC64A0A8F8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1387" y="987645"/>
            <a:ext cx="8804556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r>
              <a:rPr lang="en-US" b="1" dirty="0">
                <a:latin typeface="Aptos Display"/>
              </a:rPr>
              <a:t>Case </a:t>
            </a:r>
            <a:r>
              <a:rPr lang="en-US" b="1" dirty="0" err="1">
                <a:latin typeface="Aptos Display"/>
              </a:rPr>
              <a:t>Study:Predicting</a:t>
            </a:r>
            <a:r>
              <a:rPr lang="en-US" b="1" dirty="0">
                <a:latin typeface="Aptos Display"/>
              </a:rPr>
              <a:t> Student Success</a:t>
            </a:r>
            <a:endParaRPr lang="en-US" dirty="0">
              <a:latin typeface="Aptos Display"/>
            </a:endParaRPr>
          </a:p>
          <a:p>
            <a:pPr marL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Play"/>
              <a:buNone/>
            </a:pPr>
            <a:endParaRPr lang="en-US" b="1" dirty="0"/>
          </a:p>
        </p:txBody>
      </p:sp>
      <p:pic>
        <p:nvPicPr>
          <p:cNvPr id="311" name="Google Shape;311;p42">
            <a:extLst>
              <a:ext uri="{FF2B5EF4-FFF2-40B4-BE49-F238E27FC236}">
                <a16:creationId xmlns:a16="http://schemas.microsoft.com/office/drawing/2014/main" id="{ABC03818-8381-8605-23CD-E9835514E01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764EC24-0D51-7F70-F13D-3B40AEE0F9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841270"/>
              </p:ext>
            </p:extLst>
          </p:nvPr>
        </p:nvGraphicFramePr>
        <p:xfrm>
          <a:off x="-3741057" y="2181225"/>
          <a:ext cx="2003697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4521323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" name="Google Shape;308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2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Steps 1 &amp; 2: Understand the Problem and Explore the Data</a:t>
            </a:r>
            <a:endParaRPr/>
          </a:p>
        </p:txBody>
      </p:sp>
      <p:pic>
        <p:nvPicPr>
          <p:cNvPr id="311" name="Google Shape;311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FCC2720D-0526-26A3-67F2-DD0A5CFD3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3894320"/>
              </p:ext>
            </p:extLst>
          </p:nvPr>
        </p:nvGraphicFramePr>
        <p:xfrm>
          <a:off x="1462314" y="224653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Google Shape;316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3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Step 3: Measure Variability (The Spread of the Data)</a:t>
            </a:r>
            <a:endParaRPr/>
          </a:p>
        </p:txBody>
      </p:sp>
      <p:pic>
        <p:nvPicPr>
          <p:cNvPr id="319" name="Google Shape;319;p4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D00B93A-99C3-D38B-D989-0254D6FF24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3901243"/>
              </p:ext>
            </p:extLst>
          </p:nvPr>
        </p:nvGraphicFramePr>
        <p:xfrm>
          <a:off x="1375229" y="224653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4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Step 4: Visualise the Data (See Before You Model)</a:t>
            </a:r>
            <a:endParaRPr/>
          </a:p>
        </p:txBody>
      </p:sp>
      <p:pic>
        <p:nvPicPr>
          <p:cNvPr id="327" name="Google Shape;327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ACF2005-B4B5-6BCC-1A72-AB25BEED30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4892252"/>
              </p:ext>
            </p:extLst>
          </p:nvPr>
        </p:nvGraphicFramePr>
        <p:xfrm>
          <a:off x="1592943" y="218848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5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Step 5: Investigate Relationships (Correlation)</a:t>
            </a:r>
            <a:endParaRPr/>
          </a:p>
        </p:txBody>
      </p:sp>
      <p:pic>
        <p:nvPicPr>
          <p:cNvPr id="335" name="Google Shape;335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15CB282B-9078-2120-F4AC-4E3DFCC13C98}"/>
              </a:ext>
            </a:extLst>
          </p:cNvPr>
          <p:cNvGraphicFramePr>
            <a:graphicFrameLocks/>
          </p:cNvGraphicFramePr>
          <p:nvPr/>
        </p:nvGraphicFramePr>
        <p:xfrm>
          <a:off x="838200" y="918483"/>
          <a:ext cx="10907485" cy="6085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6"/>
          <p:cNvSpPr txBox="1">
            <a:spLocks noGrp="1"/>
          </p:cNvSpPr>
          <p:nvPr>
            <p:ph type="title"/>
          </p:nvPr>
        </p:nvSpPr>
        <p:spPr>
          <a:xfrm>
            <a:off x="2622531" y="719131"/>
            <a:ext cx="9298041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Step 6: Build a Simple Statistical Model (No ML Needed)</a:t>
            </a:r>
            <a:endParaRPr/>
          </a:p>
        </p:txBody>
      </p:sp>
      <p:pic>
        <p:nvPicPr>
          <p:cNvPr id="343" name="Google Shape;343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D7492838-FAC2-B9A5-C5F1-0247C702AD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1188049"/>
              </p:ext>
            </p:extLst>
          </p:nvPr>
        </p:nvGraphicFramePr>
        <p:xfrm>
          <a:off x="1563914" y="2144939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47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Steps 7 &amp; 8: Make a Prediction and Quantify Uncertainty</a:t>
            </a:r>
            <a:endParaRPr/>
          </a:p>
        </p:txBody>
      </p:sp>
      <p:pic>
        <p:nvPicPr>
          <p:cNvPr id="351" name="Google Shape;351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8F781CFF-AC1D-3CED-2D10-4418038A11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54996"/>
              </p:ext>
            </p:extLst>
          </p:nvPr>
        </p:nvGraphicFramePr>
        <p:xfrm>
          <a:off x="1404257" y="19272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6" name="Google Shape;356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8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Step 9: Statistical Decision Making</a:t>
            </a:r>
            <a:endParaRPr/>
          </a:p>
        </p:txBody>
      </p:sp>
      <p:pic>
        <p:nvPicPr>
          <p:cNvPr id="359" name="Google Shape;359;p4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7CD0E5F1-16B4-5633-625F-62D0646C6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781705"/>
              </p:ext>
            </p:extLst>
          </p:nvPr>
        </p:nvGraphicFramePr>
        <p:xfrm>
          <a:off x="1505857" y="22175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4" name="Google Shape;364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49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Step 10: Final Reflection — The Full Statistical Workflow</a:t>
            </a:r>
            <a:endParaRPr/>
          </a:p>
        </p:txBody>
      </p:sp>
      <p:pic>
        <p:nvPicPr>
          <p:cNvPr id="367" name="Google Shape;367;p4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66EA7ED0-0F3E-9F26-26EE-AC9307362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69477"/>
              </p:ext>
            </p:extLst>
          </p:nvPr>
        </p:nvGraphicFramePr>
        <p:xfrm>
          <a:off x="1404257" y="2290082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50"/>
          <p:cNvSpPr txBox="1">
            <a:spLocks noGrp="1"/>
          </p:cNvSpPr>
          <p:nvPr>
            <p:ph type="title"/>
          </p:nvPr>
        </p:nvSpPr>
        <p:spPr>
          <a:xfrm>
            <a:off x="2608016" y="719131"/>
            <a:ext cx="9312556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Can 6 Students Represent a Population? The Critical Question</a:t>
            </a:r>
            <a:endParaRPr/>
          </a:p>
        </p:txBody>
      </p:sp>
      <p:pic>
        <p:nvPicPr>
          <p:cNvPr id="375" name="Google Shape;375;p5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EC9F209-D961-F2BC-B8CC-A5DDB93B7905}"/>
              </a:ext>
            </a:extLst>
          </p:cNvPr>
          <p:cNvSpPr>
            <a:spLocks noGrp="1"/>
          </p:cNvSpPr>
          <p:nvPr/>
        </p:nvSpPr>
        <p:spPr>
          <a:xfrm>
            <a:off x="838200" y="240619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latin typeface="Calibri"/>
                <a:ea typeface="Calibri"/>
                <a:cs typeface="Calibri"/>
              </a:rPr>
              <a:t>Spiegelhalter insists: before generalising any finding, ask; what population does this sample represent, and how well?</a:t>
            </a:r>
          </a:p>
          <a:p>
            <a:r>
              <a:rPr lang="en-US" sz="1500">
                <a:latin typeface="Calibri"/>
                <a:ea typeface="Calibri"/>
                <a:cs typeface="Calibri"/>
              </a:rPr>
              <a:t>Our case study dataset: 6 students. University population: potentially thousands.</a:t>
            </a:r>
          </a:p>
          <a:p>
            <a:r>
              <a:rPr lang="en-US" sz="1700" b="1" dirty="0">
                <a:latin typeface="Calibri" panose="020F0502020204030204" pitchFamily="34" charset="0"/>
              </a:rPr>
              <a:t>Five questions every analyst must answer:</a:t>
            </a:r>
          </a:p>
          <a:p>
            <a:r>
              <a:rPr lang="en-US" sz="1400">
                <a:latin typeface="Calibri"/>
                <a:ea typeface="Calibri"/>
                <a:cs typeface="Calibri"/>
              </a:rPr>
              <a:t>1.  Were these 6 students randomly selected? If not, the sample may be biased ; volunteers tend to be more motivated than average.</a:t>
            </a:r>
          </a:p>
          <a:p>
            <a:r>
              <a:rPr lang="en-US" sz="1400" dirty="0">
                <a:latin typeface="Calibri" panose="020F0502020204030204" pitchFamily="34" charset="0"/>
              </a:rPr>
              <a:t>2.  What is the target population? This university? All South African students? The answer changes whether findings generalise.</a:t>
            </a:r>
          </a:p>
          <a:p>
            <a:r>
              <a:rPr lang="en-US" sz="1400">
                <a:latin typeface="Calibri"/>
                <a:ea typeface="Calibri"/>
                <a:cs typeface="Calibri"/>
              </a:rPr>
              <a:t>3.  What cases did we not observe? Students who study 0 hours, students who fail despite high attendance ; our model has never seen </a:t>
            </a:r>
            <a:r>
              <a:rPr lang="en-US" sz="1400" dirty="0">
                <a:latin typeface="Calibri"/>
                <a:ea typeface="Calibri"/>
                <a:cs typeface="Calibri"/>
              </a:rPr>
              <a:t>these.</a:t>
            </a:r>
          </a:p>
          <a:p>
            <a:r>
              <a:rPr lang="en-US" sz="1400">
                <a:latin typeface="Calibri"/>
                <a:ea typeface="Calibri"/>
                <a:cs typeface="Calibri"/>
              </a:rPr>
              <a:t>4.  What variables are entirely absent? Socio economic background, part-time employment, access to resources, language of instruction.</a:t>
            </a:r>
          </a:p>
          <a:p>
            <a:r>
              <a:rPr lang="en-US" sz="1400" dirty="0">
                <a:latin typeface="Calibri"/>
                <a:ea typeface="Calibri"/>
                <a:cs typeface="Calibri"/>
              </a:rPr>
              <a:t>5.  Is our correlation real or a small-sample artefact? With n=6, extreme r values can appear by chance even when no population-level </a:t>
            </a:r>
            <a:r>
              <a:rPr lang="en-US" sz="1400">
                <a:latin typeface="Calibri"/>
                <a:ea typeface="Calibri"/>
                <a:cs typeface="Calibri"/>
              </a:rPr>
              <a:t>relationship exists.</a:t>
            </a:r>
          </a:p>
          <a:p>
            <a:r>
              <a:rPr lang="en-US" sz="1400" dirty="0">
                <a:latin typeface="Calibri" panose="020F0502020204030204" pitchFamily="34" charset="0"/>
              </a:rPr>
              <a:t>Spiegelhalter’s metaphorical population: treat results as a sample from the imaginary space of all students who could have been in this situation. Our findings are always estimates, never certainties.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D921BD99-A7AF-3339-F082-6DB10BA869EA}"/>
              </a:ext>
            </a:extLst>
          </p:cNvPr>
          <p:cNvSpPr txBox="1"/>
          <p:nvPr/>
        </p:nvSpPr>
        <p:spPr>
          <a:xfrm>
            <a:off x="457200" y="6525714"/>
            <a:ext cx="11277600" cy="457200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FF0000"/>
                </a:solidFill>
              </a:rPr>
              <a:t>Source [4]: The Art of Statistics — Chapter 3: Why Are We Looking at Data Anyway? Populations and Measurement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1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Ethical Responsibility: What the Analyst Owes the Student</a:t>
            </a:r>
            <a:endParaRPr/>
          </a:p>
        </p:txBody>
      </p:sp>
      <p:pic>
        <p:nvPicPr>
          <p:cNvPr id="383" name="Google Shape;383;p5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A433AD7-32F3-1E4A-0F53-29ACB6029997}"/>
              </a:ext>
            </a:extLst>
          </p:cNvPr>
          <p:cNvSpPr>
            <a:spLocks noGrp="1"/>
          </p:cNvSpPr>
          <p:nvPr/>
        </p:nvSpPr>
        <p:spPr>
          <a:xfrm>
            <a:off x="1607457" y="210865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>
                <a:latin typeface="Calibri"/>
                <a:ea typeface="Calibri"/>
                <a:cs typeface="Calibri"/>
              </a:rPr>
              <a:t>We labelled Student 1 “high risk.” This has real consequences for a real person. Statistics without ethics is dangerous.</a:t>
            </a:r>
          </a:p>
          <a:p>
            <a:r>
              <a:rPr lang="en-US" sz="1700" b="1" dirty="0">
                <a:latin typeface="Calibri" panose="020F0502020204030204" pitchFamily="34" charset="0"/>
              </a:rPr>
              <a:t>Four obligations Spiegelhalter places on every analyst:</a:t>
            </a:r>
          </a:p>
          <a:p>
            <a:r>
              <a:rPr lang="en-US" sz="1400" b="1" dirty="0">
                <a:latin typeface="Calibri" panose="020F0502020204030204" pitchFamily="34" charset="0"/>
              </a:rPr>
              <a:t>1. Report uncertainty alongside every estimate. </a:t>
            </a:r>
            <a:r>
              <a:rPr lang="en-US" sz="1400" dirty="0">
                <a:latin typeface="Calibri" panose="020F0502020204030204" pitchFamily="34" charset="0"/>
              </a:rPr>
              <a:t>“Student 1 may fail” is irresponsible. “Predicted score: 30.4, typical error ±3.2 marks, based on 6 students” is honest.</a:t>
            </a:r>
          </a:p>
          <a:p>
            <a:r>
              <a:rPr lang="en-US" sz="1400" b="1" dirty="0">
                <a:latin typeface="Calibri"/>
                <a:ea typeface="Calibri"/>
                <a:cs typeface="Calibri"/>
              </a:rPr>
              <a:t>2. State what the data cannot support. </a:t>
            </a:r>
            <a:r>
              <a:rPr lang="en-US" sz="1400">
                <a:latin typeface="Calibri"/>
                <a:ea typeface="Calibri"/>
                <a:cs typeface="Calibri"/>
              </a:rPr>
              <a:t>Attendance and study hours are associated with performance in this sample ; we cannot claim causation, </a:t>
            </a:r>
            <a:r>
              <a:rPr lang="en-US" sz="1400" dirty="0">
                <a:latin typeface="Calibri"/>
                <a:ea typeface="Calibri"/>
                <a:cs typeface="Calibri"/>
              </a:rPr>
              <a:t>and we cannot claim this holds for the full student body.</a:t>
            </a:r>
          </a:p>
          <a:p>
            <a:r>
              <a:rPr lang="en-US" sz="1400" b="1" dirty="0">
                <a:latin typeface="Calibri" panose="020F0502020204030204" pitchFamily="34" charset="0"/>
              </a:rPr>
              <a:t>3. Consider who is harmed by errors. </a:t>
            </a:r>
            <a:r>
              <a:rPr lang="en-US" sz="1400" dirty="0">
                <a:latin typeface="Calibri" panose="020F0502020204030204" pitchFamily="34" charset="0"/>
              </a:rPr>
              <a:t>A false positive (wrongly labelled at-risk) may stigmatise a student. A false negative (missed at-risk) may leave a struggling student without support.</a:t>
            </a:r>
          </a:p>
          <a:p>
            <a:r>
              <a:rPr lang="en-US" sz="1400" b="1" dirty="0">
                <a:latin typeface="Calibri" panose="020F0502020204030204" pitchFamily="34" charset="0"/>
              </a:rPr>
              <a:t>4. Ensure decision-makers understand the limits. </a:t>
            </a:r>
            <a:r>
              <a:rPr lang="en-US" sz="1400" dirty="0">
                <a:latin typeface="Calibri" panose="020F0502020204030204" pitchFamily="34" charset="0"/>
              </a:rPr>
              <a:t>If an academic advisor acts on this analysis without understanding its uncertainty and sample size, the analyst shares responsibility for the outcome.</a:t>
            </a:r>
          </a:p>
          <a:p>
            <a:endParaRPr lang="en-US" dirty="0"/>
          </a:p>
          <a:p>
            <a:r>
              <a:rPr lang="en-US" sz="1400">
                <a:latin typeface="Calibri"/>
                <a:ea typeface="Calibri"/>
                <a:cs typeface="Calibri"/>
              </a:rPr>
              <a:t>Spiegelhalter’s closing principle: Statistics produces honest estimates with uncertainty made visible ; so that humans can make better decisions. The </a:t>
            </a:r>
            <a:r>
              <a:rPr lang="en-US" sz="1400" dirty="0">
                <a:latin typeface="Calibri"/>
                <a:ea typeface="Calibri"/>
                <a:cs typeface="Calibri"/>
              </a:rPr>
              <a:t>moment an analyst forgets this, the numbers become dangerous.</a:t>
            </a:r>
          </a:p>
          <a:p>
            <a:endParaRPr lang="en-US" dirty="0"/>
          </a:p>
          <a:p>
            <a:r>
              <a:rPr lang="en-US" sz="1500" b="1" dirty="0">
                <a:latin typeface="Calibri" panose="020F0502020204030204" pitchFamily="34" charset="0"/>
              </a:rPr>
              <a:t>Ask yourself: if this analysis was wrong, who would bear the cost? Could that person challenge the conclusion? Do they even know it was made about them?</a:t>
            </a:r>
          </a:p>
        </p:txBody>
      </p:sp>
      <p:sp>
        <p:nvSpPr>
          <p:cNvPr id="5" name="Source">
            <a:extLst>
              <a:ext uri="{FF2B5EF4-FFF2-40B4-BE49-F238E27FC236}">
                <a16:creationId xmlns:a16="http://schemas.microsoft.com/office/drawing/2014/main" id="{3C552526-62CF-C55E-C1A9-941290685EF4}"/>
              </a:ext>
            </a:extLst>
          </p:cNvPr>
          <p:cNvSpPr txBox="1"/>
          <p:nvPr/>
        </p:nvSpPr>
        <p:spPr>
          <a:xfrm>
            <a:off x="1226457" y="6329772"/>
            <a:ext cx="11277600" cy="457200"/>
          </a:xfrm>
          <a:prstGeom prst="rect">
            <a:avLst/>
          </a:prstGeom>
          <a:noFill/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FF0000"/>
                </a:solidFill>
              </a:rPr>
              <a:t>Source [4]: The Art of Statistics — Ethical Communication of Statistical Findings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8" name="Google Shape;388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2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Key Takeaways: What Every Student Must Remember</a:t>
            </a:r>
            <a:endParaRPr/>
          </a:p>
        </p:txBody>
      </p:sp>
      <p:pic>
        <p:nvPicPr>
          <p:cNvPr id="391" name="Google Shape;391;p5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B5C5557-BD20-948E-CD0B-04CA94AAF683}"/>
              </a:ext>
            </a:extLst>
          </p:cNvPr>
          <p:cNvSpPr>
            <a:spLocks noGrp="1"/>
          </p:cNvSpPr>
          <p:nvPr/>
        </p:nvSpPr>
        <p:spPr>
          <a:xfrm>
            <a:off x="2140857" y="2122714"/>
            <a:ext cx="11277600" cy="5000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b="1" dirty="0"/>
              <a:t>Statistics is the foundation of all data science and AI.</a:t>
            </a:r>
          </a:p>
          <a:p>
            <a:endParaRPr lang="en-US" sz="600" dirty="0"/>
          </a:p>
          <a:p>
            <a:r>
              <a:rPr lang="en-US" sz="1500"/>
              <a:t>Data is NOT reality ; it is only a representation</a:t>
            </a:r>
          </a:p>
          <a:p>
            <a:r>
              <a:rPr lang="en-US" sz="1500"/>
              <a:t>Samples represent populations ; never assume they are perfect</a:t>
            </a:r>
          </a:p>
          <a:p>
            <a:pPr marL="228600" lvl="0" indent="-228600">
              <a:buChar char="•"/>
            </a:pPr>
            <a:r>
              <a:rPr lang="en-US" sz="1500" dirty="0"/>
              <a:t>Variability matters as much as averages</a:t>
            </a:r>
          </a:p>
          <a:p>
            <a:pPr marL="228600" lvl="0" indent="-228600">
              <a:buChar char="•"/>
            </a:pPr>
            <a:r>
              <a:rPr lang="en-US" sz="1500"/>
              <a:t>Correlation is NOT causation ; always look for logical reasons</a:t>
            </a:r>
          </a:p>
          <a:p>
            <a:pPr marL="228600" lvl="0" indent="-228600">
              <a:buChar char="•"/>
            </a:pPr>
            <a:r>
              <a:rPr lang="en-US" sz="1500"/>
              <a:t>Every prediction has uncertainty ; always report your confidence</a:t>
            </a:r>
          </a:p>
          <a:p>
            <a:pPr marL="228600" lvl="0" indent="-228600">
              <a:buChar char="•"/>
            </a:pPr>
            <a:r>
              <a:rPr lang="en-US" sz="1500" dirty="0"/>
              <a:t>Evidence must drive every recommendation</a:t>
            </a:r>
          </a:p>
          <a:p>
            <a:endParaRPr lang="en-US" sz="800" dirty="0"/>
          </a:p>
          <a:p>
            <a:r>
              <a:rPr lang="en-US" sz="1700" b="1" dirty="0"/>
              <a:t>When you encounter a data challenge:</a:t>
            </a:r>
          </a:p>
          <a:p>
            <a:r>
              <a:rPr lang="en-US" sz="1600" i="1" dirty="0"/>
              <a:t>Do NOT rush to machine learning.</a:t>
            </a:r>
          </a:p>
          <a:p>
            <a:r>
              <a:rPr lang="en-US" sz="1500" dirty="0"/>
              <a:t>First: Understand the problem.</a:t>
            </a:r>
          </a:p>
          <a:p>
            <a:r>
              <a:rPr lang="en-US" sz="1500" dirty="0"/>
              <a:t>Then: Explore, visualise, and reason statistically.</a:t>
            </a:r>
          </a:p>
          <a:p>
            <a:r>
              <a:rPr lang="en-US" sz="1500" i="1" dirty="0"/>
              <a:t>The best data scientists start with questions, not algorithms.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6" name="Google Shape;396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53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Quiz Time!</a:t>
            </a:r>
            <a:endParaRPr/>
          </a:p>
        </p:txBody>
      </p:sp>
      <p:pic>
        <p:nvPicPr>
          <p:cNvPr id="399" name="Google Shape;399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609D6-8139-C912-F519-02549828F28C}"/>
              </a:ext>
            </a:extLst>
          </p:cNvPr>
          <p:cNvSpPr>
            <a:spLocks noGrp="1"/>
          </p:cNvSpPr>
          <p:nvPr/>
        </p:nvSpPr>
        <p:spPr>
          <a:xfrm>
            <a:off x="1796142" y="2144939"/>
            <a:ext cx="10515600" cy="181558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5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ea typeface="+mn-lt"/>
                <a:cs typeface="+mn-lt"/>
              </a:rPr>
              <a:t>Where the mean, mode, and median are equal?  Which graph distribution is: </a:t>
            </a:r>
            <a:endParaRPr lang="en-US" b="1" dirty="0"/>
          </a:p>
          <a:p>
            <a:endParaRPr lang="en-US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A. Negative Skewed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B. Normal Distribution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C. Data Distribution 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D. None of the Above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102868-7801-FB24-C1F7-3477C46FF4F9}"/>
              </a:ext>
            </a:extLst>
          </p:cNvPr>
          <p:cNvSpPr txBox="1"/>
          <p:nvPr/>
        </p:nvSpPr>
        <p:spPr>
          <a:xfrm>
            <a:off x="1792514" y="3951514"/>
            <a:ext cx="6096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</a:rPr>
              <a:t>Answer: 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Aptos"/>
              </a:rPr>
              <a:t>B. Normal Distribution</a:t>
            </a:r>
            <a:endParaRPr lang="en-US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28A164-AAFC-A4EA-5360-943C04762FCE}"/>
              </a:ext>
            </a:extLst>
          </p:cNvPr>
          <p:cNvSpPr txBox="1"/>
          <p:nvPr/>
        </p:nvSpPr>
        <p:spPr>
          <a:xfrm>
            <a:off x="1712686" y="4234543"/>
            <a:ext cx="6096000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18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What is Statistics? 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A. Information collected through observation, measurement 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B. The state of the country. 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C. Science of collecting, analyzing, interpreting, presenting, and organizing data </a:t>
            </a:r>
            <a:r>
              <a:rPr lang="en-US" sz="18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D. All of the above 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79827B-DB46-9F09-1752-CF0212AEC413}"/>
              </a:ext>
            </a:extLst>
          </p:cNvPr>
          <p:cNvSpPr txBox="1"/>
          <p:nvPr/>
        </p:nvSpPr>
        <p:spPr>
          <a:xfrm>
            <a:off x="1676400" y="6208486"/>
            <a:ext cx="1022531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0" i="0" u="none" strike="noStrike" baseline="0">
                <a:solidFill>
                  <a:srgbClr val="000000"/>
                </a:solidFill>
                <a:latin typeface="Aptos"/>
              </a:rPr>
              <a:t>Answer: </a:t>
            </a:r>
            <a:r>
              <a:rPr lang="en-US" sz="1800" b="1" i="0" u="none" strike="noStrike" baseline="0">
                <a:solidFill>
                  <a:srgbClr val="000000"/>
                </a:solidFill>
                <a:latin typeface="Aptos"/>
              </a:rPr>
              <a:t>C. Science of collecting, analyzing, interpreting, presenting, and organizing data</a:t>
            </a:r>
            <a:r>
              <a:rPr sz="1800" b="0" i="0">
                <a:solidFill>
                  <a:srgbClr val="000000"/>
                </a:solidFill>
                <a:latin typeface="Aptos"/>
                <a:ea typeface="Aptos"/>
                <a:cs typeface="Aptos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54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Quiz Time!</a:t>
            </a:r>
            <a:endParaRPr/>
          </a:p>
        </p:txBody>
      </p:sp>
      <p:pic>
        <p:nvPicPr>
          <p:cNvPr id="407" name="Google Shape;407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3741998-BE5C-7856-28BE-5762353C51AF}"/>
              </a:ext>
            </a:extLst>
          </p:cNvPr>
          <p:cNvSpPr>
            <a:spLocks noGrp="1"/>
          </p:cNvSpPr>
          <p:nvPr/>
        </p:nvSpPr>
        <p:spPr>
          <a:xfrm>
            <a:off x="1585686" y="2014311"/>
            <a:ext cx="11059885" cy="26574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What does a skewed distribution indicate?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   A. Data has multiple peaks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    B. Data tails off more on one side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   C. Data is symmetrical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     D. Data is uniformly distributed</a:t>
            </a:r>
            <a:endParaRPr lang="en-US" dirty="0"/>
          </a:p>
          <a:p>
            <a:endParaRPr lang="en-US" dirty="0"/>
          </a:p>
          <a:p>
            <a:endParaRPr lang="en-US" b="1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65E504-90F7-9BBB-1DCD-74E526815F53}"/>
              </a:ext>
            </a:extLst>
          </p:cNvPr>
          <p:cNvSpPr>
            <a:spLocks noGrp="1"/>
          </p:cNvSpPr>
          <p:nvPr/>
        </p:nvSpPr>
        <p:spPr>
          <a:xfrm>
            <a:off x="2129971" y="4213225"/>
            <a:ext cx="6081486" cy="56735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>
                <a:latin typeface="Aptos"/>
                <a:cs typeface="Arial"/>
              </a:rPr>
              <a:t>    Ans: Correct Answer:</a:t>
            </a:r>
            <a:r>
              <a:rPr lang="en-US" sz="2600" dirty="0">
                <a:latin typeface="Aptos"/>
                <a:cs typeface="Arial"/>
              </a:rPr>
              <a:t> B</a:t>
            </a:r>
          </a:p>
          <a:p>
            <a:endParaRPr lang="en-US" dirty="0">
              <a:cs typeface="Arial"/>
            </a:endParaRPr>
          </a:p>
          <a:p>
            <a:endParaRPr lang="en-US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002CCB-240B-EC31-EB1A-8525799A9DE3}"/>
              </a:ext>
            </a:extLst>
          </p:cNvPr>
          <p:cNvSpPr txBox="1"/>
          <p:nvPr/>
        </p:nvSpPr>
        <p:spPr>
          <a:xfrm>
            <a:off x="1582057" y="4495800"/>
            <a:ext cx="10609941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0" indent="-228600" algn="l" rtl="0">
              <a:buFont typeface=""/>
              <a:buChar char="•"/>
            </a:pPr>
            <a:r>
              <a:rPr lang="en-US" sz="26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What does standard deviation measure in a dataset?</a:t>
            </a:r>
            <a:r>
              <a:rPr lang="en-US" sz="2600" b="0" i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</a:p>
          <a:p>
            <a:pPr algn="l" rtl="0"/>
            <a:r>
              <a:rPr lang="en-US" sz="2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A. The average value of the data</a:t>
            </a:r>
            <a:r>
              <a:rPr lang="en-US" sz="2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br>
              <a:rPr lang="en-US" sz="2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</a:br>
            <a:r>
              <a:rPr lang="en-US" sz="2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B. The most frequent value</a:t>
            </a:r>
            <a:r>
              <a:rPr lang="en-US" sz="2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br>
              <a:rPr lang="en-US" sz="2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</a:br>
            <a:r>
              <a:rPr lang="en-US" sz="2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C. The median of the data</a:t>
            </a:r>
            <a:r>
              <a:rPr lang="en-US" sz="2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2600" b="0" i="0" u="none" strike="noStrike" baseline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D. The spread or variability of the data around the mean</a:t>
            </a:r>
            <a:r>
              <a:rPr lang="en-US" sz="2600" b="0" i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502FA7-147A-FC79-6148-1150D46ADA8A}"/>
              </a:ext>
            </a:extLst>
          </p:cNvPr>
          <p:cNvSpPr txBox="1"/>
          <p:nvPr/>
        </p:nvSpPr>
        <p:spPr>
          <a:xfrm>
            <a:off x="1923143" y="6339114"/>
            <a:ext cx="60960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0" i="0" u="none" strike="noStrike" baseline="0">
                <a:solidFill>
                  <a:srgbClr val="000000"/>
                </a:solidFill>
                <a:latin typeface="Aptos"/>
              </a:rPr>
              <a:t>Ans: </a:t>
            </a:r>
            <a:r>
              <a:rPr lang="en-US" sz="2600" b="1" i="0" u="none" strike="noStrike" baseline="0">
                <a:solidFill>
                  <a:srgbClr val="000000"/>
                </a:solidFill>
                <a:latin typeface="Aptos"/>
              </a:rPr>
              <a:t>Correct Answer:</a:t>
            </a:r>
            <a:r>
              <a:rPr lang="en-US" sz="2600" b="0" i="0" u="none" strike="noStrike" baseline="0">
                <a:solidFill>
                  <a:srgbClr val="000000"/>
                </a:solidFill>
                <a:latin typeface="Aptos"/>
              </a:rPr>
              <a:t> D</a:t>
            </a:r>
            <a:endParaRPr lang="en-US"/>
          </a:p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2" name="Google Shape;412;p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7279"/>
            <a:ext cx="12191999" cy="6875279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5"/>
          <p:cNvSpPr txBox="1">
            <a:spLocks noGrp="1"/>
          </p:cNvSpPr>
          <p:nvPr>
            <p:ph type="ctrTitle"/>
          </p:nvPr>
        </p:nvSpPr>
        <p:spPr>
          <a:xfrm>
            <a:off x="6095999" y="2957663"/>
            <a:ext cx="5938298" cy="1564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 b="1"/>
              <a:t>Any Questions?</a:t>
            </a:r>
            <a:endParaRPr/>
          </a:p>
        </p:txBody>
      </p:sp>
      <p:sp>
        <p:nvSpPr>
          <p:cNvPr id="414" name="Google Shape;414;p55"/>
          <p:cNvSpPr txBox="1">
            <a:spLocks noGrp="1"/>
          </p:cNvSpPr>
          <p:nvPr>
            <p:ph type="subTitle" idx="1"/>
          </p:nvPr>
        </p:nvSpPr>
        <p:spPr>
          <a:xfrm>
            <a:off x="6095999" y="4638839"/>
            <a:ext cx="5938298" cy="918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Thank you for your attention</a:t>
            </a:r>
            <a:endParaRPr/>
          </a:p>
        </p:txBody>
      </p:sp>
      <p:pic>
        <p:nvPicPr>
          <p:cNvPr id="415" name="Google Shape;415;p5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0675" y="3242430"/>
            <a:ext cx="3211098" cy="14649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5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75280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56"/>
          <p:cNvSpPr txBox="1">
            <a:spLocks noGrp="1"/>
          </p:cNvSpPr>
          <p:nvPr>
            <p:ph type="title"/>
          </p:nvPr>
        </p:nvSpPr>
        <p:spPr>
          <a:xfrm>
            <a:off x="3377273" y="719131"/>
            <a:ext cx="8543299" cy="117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 b="1"/>
              <a:t>References</a:t>
            </a:r>
            <a:endParaRPr/>
          </a:p>
        </p:txBody>
      </p:sp>
      <p:pic>
        <p:nvPicPr>
          <p:cNvPr id="423" name="Google Shape;423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723" y="991034"/>
            <a:ext cx="1294524" cy="59058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E609D6-8139-C912-F519-02549828F28C}"/>
              </a:ext>
            </a:extLst>
          </p:cNvPr>
          <p:cNvSpPr>
            <a:spLocks noGrp="1"/>
          </p:cNvSpPr>
          <p:nvPr/>
        </p:nvSpPr>
        <p:spPr>
          <a:xfrm>
            <a:off x="1680029" y="235539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[1] – The Art of Statistics: How to learn from data by David Spiegelhalter</a:t>
            </a:r>
          </a:p>
          <a:p>
            <a:r>
              <a:rPr lang="en-US" dirty="0"/>
              <a:t>[2] – </a:t>
            </a:r>
            <a:r>
              <a:rPr lang="en-US" dirty="0">
                <a:ea typeface="+mn-lt"/>
                <a:cs typeface="+mn-lt"/>
              </a:rPr>
              <a:t>https://pub.towardsai.net/mastering-the-basics-how-decision-trees-simplify-complex-choices-7d2bd7dd35ba</a:t>
            </a:r>
          </a:p>
          <a:p>
            <a:r>
              <a:rPr lang="en-US" dirty="0"/>
              <a:t>[3] - </a:t>
            </a:r>
            <a:r>
              <a:rPr lang="en-US" dirty="0">
                <a:ea typeface="+mn-lt"/>
                <a:cs typeface="+mn-lt"/>
              </a:rPr>
              <a:t>Adhikari, A., DeNero , J. and Wagner, D., Computational and Inferential Thinking: The Foundations of Data Science , Second edition,</a:t>
            </a:r>
            <a:endParaRPr lang="en-US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University of California, Berkeley. https://inferentialthinking.com/</a:t>
            </a:r>
            <a:endParaRPr lang="en-US" dirty="0"/>
          </a:p>
          <a:p>
            <a:r>
              <a:rPr lang="en-US" dirty="0"/>
              <a:t>[4] - </a:t>
            </a:r>
            <a:r>
              <a:rPr lang="en-US" dirty="0">
                <a:ea typeface="+mn-lt"/>
                <a:cs typeface="+mn-lt"/>
              </a:rPr>
              <a:t>Çetinkaya Rundel , M. and Hardin J. Introduction to Modern Statistics , First edition, </a:t>
            </a:r>
            <a:r>
              <a:rPr lang="en-US" dirty="0" err="1">
                <a:ea typeface="+mn-lt"/>
                <a:cs typeface="+mn-lt"/>
              </a:rPr>
              <a:t>OpenIntro</a:t>
            </a:r>
            <a:r>
              <a:rPr lang="en-US" dirty="0">
                <a:ea typeface="+mn-lt"/>
                <a:cs typeface="+mn-lt"/>
              </a:rPr>
              <a:t> https://openintro </a:t>
            </a:r>
            <a:r>
              <a:rPr lang="en-US" dirty="0" err="1">
                <a:ea typeface="+mn-lt"/>
                <a:cs typeface="+mn-lt"/>
              </a:rPr>
              <a:t>ims.netlify.app</a:t>
            </a:r>
            <a:r>
              <a:rPr lang="en-US" dirty="0">
                <a:ea typeface="+mn-lt"/>
                <a:cs typeface="+mn-lt"/>
              </a:rPr>
              <a:t>/</a:t>
            </a:r>
          </a:p>
          <a:p>
            <a:pPr marL="0" indent="0">
              <a:buNone/>
            </a:pPr>
            <a:endParaRPr lang="en-US" dirty="0" err="1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5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"/>
            <a:ext cx="12191999" cy="6875279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57"/>
          <p:cNvSpPr txBox="1">
            <a:spLocks noGrp="1"/>
          </p:cNvSpPr>
          <p:nvPr>
            <p:ph type="title"/>
          </p:nvPr>
        </p:nvSpPr>
        <p:spPr>
          <a:xfrm>
            <a:off x="7121013" y="2370905"/>
            <a:ext cx="5070987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ontserrat"/>
              <a:buNone/>
            </a:pPr>
            <a:r>
              <a:rPr lang="en-US" b="1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30" name="Google Shape;430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0675" y="3242430"/>
            <a:ext cx="3211098" cy="146496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F1D0EE0-3743-6053-84B5-88FD917D3689}"/>
              </a:ext>
            </a:extLst>
          </p:cNvPr>
          <p:cNvSpPr txBox="1"/>
          <p:nvPr/>
        </p:nvSpPr>
        <p:spPr>
          <a:xfrm>
            <a:off x="6096000" y="4699000"/>
            <a:ext cx="609600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  <a:p>
            <a:pPr algn="ctr"/>
            <a:r>
              <a:rPr lang="en-US" dirty="0">
                <a:hlinkClick r:id="rId5"/>
              </a:rPr>
              <a:t>https://introductiontostats.vercel.app/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tion 1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42</Slides>
  <Notes>42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Option 1</vt:lpstr>
      <vt:lpstr>Introduction to Statistics</vt:lpstr>
      <vt:lpstr>Agenda</vt:lpstr>
      <vt:lpstr>01 - Introduction to Statistics</vt:lpstr>
      <vt:lpstr>What is Statistics?</vt:lpstr>
      <vt:lpstr>What is Data?</vt:lpstr>
      <vt:lpstr>Types of Statistics </vt:lpstr>
      <vt:lpstr>Descriptive Statistics Essentials</vt:lpstr>
      <vt:lpstr>Inferential Statistics Concepts</vt:lpstr>
      <vt:lpstr>Data Distributions</vt:lpstr>
      <vt:lpstr>Shipman Murdered More Than 200 Patients, Inquiry Finds</vt:lpstr>
      <vt:lpstr>Looking at Data: The Shipman Case </vt:lpstr>
      <vt:lpstr>The PPDAC Cycle  A Framework for Every Statistical Investigation</vt:lpstr>
      <vt:lpstr>Looking at Data</vt:lpstr>
      <vt:lpstr>What is a Data Distribution?</vt:lpstr>
      <vt:lpstr>What is Skewed Distribution? </vt:lpstr>
      <vt:lpstr>Which Central Tendency Measure to Choose?</vt:lpstr>
      <vt:lpstr>What Distribution Means in Data Science</vt:lpstr>
      <vt:lpstr>What Distribution Means in Data Science</vt:lpstr>
      <vt:lpstr>Probability: The Language of Uncertainty</vt:lpstr>
      <vt:lpstr>Probability Example</vt:lpstr>
      <vt:lpstr>Conditional Probability: Knowing Changes the Odds</vt:lpstr>
      <vt:lpstr>Bayes' Theorem: Update Your Beliefs</vt:lpstr>
      <vt:lpstr>Bayesian Thinking: Updating Beliefs With Evidence</vt:lpstr>
      <vt:lpstr>Data Science Use Case: Naive Bayes Classifier</vt:lpstr>
      <vt:lpstr>Case Study: Predicting Student Success</vt:lpstr>
      <vt:lpstr>Case Study:Predicting Student Success </vt:lpstr>
      <vt:lpstr>Steps 1 &amp; 2: Understand the Problem and Explore the Data</vt:lpstr>
      <vt:lpstr>Step 3: Measure Variability (The Spread of the Data)</vt:lpstr>
      <vt:lpstr>Step 4: Visualise the Data (See Before You Model)</vt:lpstr>
      <vt:lpstr>Step 5: Investigate Relationships (Correlation)</vt:lpstr>
      <vt:lpstr>Step 6: Build a Simple Statistical Model (No ML Needed)</vt:lpstr>
      <vt:lpstr>Steps 7 &amp; 8: Make a Prediction and Quantify Uncertainty</vt:lpstr>
      <vt:lpstr>Step 9: Statistical Decision Making</vt:lpstr>
      <vt:lpstr>Step 10: Final Reflection — The Full Statistical Workflow</vt:lpstr>
      <vt:lpstr>Can 6 Students Represent a Population? The Critical Question</vt:lpstr>
      <vt:lpstr>Ethical Responsibility: What the Analyst Owes the Student</vt:lpstr>
      <vt:lpstr>Key Takeaways: What Every Student Must Remember</vt:lpstr>
      <vt:lpstr>Quiz Time!</vt:lpstr>
      <vt:lpstr>Quiz Time!</vt:lpstr>
      <vt:lpstr>Any Questions?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271</cp:revision>
  <dcterms:modified xsi:type="dcterms:W3CDTF">2026-07-03T16:58:04Z</dcterms:modified>
</cp:coreProperties>
</file>